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61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30" h="6858000">
                <a:moveTo>
                  <a:pt x="0" y="6858000"/>
                </a:moveTo>
                <a:lnTo>
                  <a:pt x="150812" y="6858000"/>
                </a:lnTo>
                <a:lnTo>
                  <a:pt x="1508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78105" cy="6858000"/>
          </a:xfrm>
          <a:custGeom>
            <a:avLst/>
            <a:gdLst/>
            <a:ahLst/>
            <a:cxnLst/>
            <a:rect l="l" t="t" r="r" b="b"/>
            <a:pathLst>
              <a:path w="78105" h="6858000">
                <a:moveTo>
                  <a:pt x="0" y="6858000"/>
                </a:moveTo>
                <a:lnTo>
                  <a:pt x="77787" y="6858000"/>
                </a:lnTo>
                <a:lnTo>
                  <a:pt x="7778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954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0" y="6858000"/>
                </a:moveTo>
                <a:lnTo>
                  <a:pt x="76200" y="6858000"/>
                </a:lnTo>
                <a:lnTo>
                  <a:pt x="76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58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0" y="6857999"/>
                </a:moveTo>
                <a:lnTo>
                  <a:pt x="57150" y="6857999"/>
                </a:lnTo>
                <a:lnTo>
                  <a:pt x="5715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5500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0" y="6857999"/>
                </a:moveTo>
                <a:lnTo>
                  <a:pt x="57150" y="6857999"/>
                </a:lnTo>
                <a:lnTo>
                  <a:pt x="5715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090612" y="5500750"/>
            <a:ext cx="138112" cy="136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67839" y="2264790"/>
            <a:ext cx="5608320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767838" y="2264790"/>
            <a:ext cx="676656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250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15" dirty="0"/>
              <a:t>Information Security</a:t>
            </a:r>
            <a:br>
              <a:rPr lang="en-US" sz="2800" spc="15" dirty="0"/>
            </a:br>
            <a:r>
              <a:rPr lang="en-US" sz="2800" spc="15" dirty="0"/>
              <a:t> 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284" y="3763136"/>
            <a:ext cx="282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565F6C"/>
                </a:solidFill>
                <a:latin typeface="Schoolbook Uralic"/>
                <a:cs typeface="Schoolbook Uralic"/>
              </a:rPr>
              <a:t>Dr. M. Umar Aftab</a:t>
            </a:r>
            <a:endParaRPr sz="1800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3452" y="658368"/>
            <a:ext cx="7725542" cy="4759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7200"/>
            <a:ext cx="6810375" cy="6276975"/>
            <a:chOff x="0" y="457200"/>
            <a:chExt cx="6810375" cy="6276975"/>
          </a:xfrm>
        </p:grpSpPr>
        <p:sp>
          <p:nvSpPr>
            <p:cNvPr id="3" name="object 3"/>
            <p:cNvSpPr/>
            <p:nvPr/>
          </p:nvSpPr>
          <p:spPr>
            <a:xfrm>
              <a:off x="0" y="457200"/>
              <a:ext cx="6810375" cy="59817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00" y="5895975"/>
              <a:ext cx="2257425" cy="3524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100" y="6400798"/>
              <a:ext cx="1714500" cy="33337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65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P</a:t>
            </a:r>
            <a:r>
              <a:rPr spc="-5" dirty="0"/>
              <a:t>RIMITIVE</a:t>
            </a:r>
            <a:r>
              <a:rPr spc="120" dirty="0"/>
              <a:t> </a:t>
            </a:r>
            <a:r>
              <a:rPr sz="3000" dirty="0"/>
              <a:t>R</a:t>
            </a:r>
            <a:r>
              <a:rPr dirty="0"/>
              <a:t>OOT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152400" y="1524000"/>
            <a:ext cx="8558149" cy="426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725" y="747712"/>
            <a:ext cx="8210550" cy="5362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075" y="419099"/>
            <a:ext cx="7947025" cy="6438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785812"/>
            <a:ext cx="8429625" cy="5286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1012" y="757237"/>
            <a:ext cx="8181975" cy="534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12</Words>
  <Application>Microsoft Office PowerPoint</Application>
  <PresentationFormat>On-screen Show (4:3)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Schoolbook Uralic</vt:lpstr>
      <vt:lpstr>Office Theme</vt:lpstr>
      <vt:lpstr>Information Security   </vt:lpstr>
      <vt:lpstr>PowerPoint Presentation</vt:lpstr>
      <vt:lpstr>PowerPoint Presentation</vt:lpstr>
      <vt:lpstr>PRIMITIVE ROOT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Network Security /  Cyber &amp; Network Security   WEEK 09</dc:title>
  <cp:lastModifiedBy>Dr. Umar Aftab</cp:lastModifiedBy>
  <cp:revision>5</cp:revision>
  <dcterms:created xsi:type="dcterms:W3CDTF">2021-11-15T06:31:54Z</dcterms:created>
  <dcterms:modified xsi:type="dcterms:W3CDTF">2021-12-30T05:10:44Z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2020-04-21T00:00:00Z</vt:filetime>
  </property>
  <property fmtid="{D5CDD505-2E9C-101B-9397-08002B2CF9AE}" pid="3" name="LastSaved">
    <vt:filetime>2021-11-15T00:00:00Z</vt:filetime>
  </property>
</Properties>
</file>