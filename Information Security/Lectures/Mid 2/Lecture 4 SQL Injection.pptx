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sldIdLst>
    <p:sldId id="258" r:id="rId2"/>
    <p:sldId id="259" r:id="rId3"/>
    <p:sldId id="261" r:id="rId4"/>
    <p:sldId id="309" r:id="rId5"/>
    <p:sldId id="310" r:id="rId6"/>
    <p:sldId id="311" r:id="rId7"/>
    <p:sldId id="312" r:id="rId8"/>
    <p:sldId id="313" r:id="rId9"/>
    <p:sldId id="314" r:id="rId10"/>
    <p:sldId id="315" r:id="rId11"/>
    <p:sldId id="316" r:id="rId12"/>
    <p:sldId id="317" r:id="rId13"/>
    <p:sldId id="318" r:id="rId14"/>
    <p:sldId id="319" r:id="rId15"/>
    <p:sldId id="320" r:id="rId16"/>
    <p:sldId id="305" r:id="rId17"/>
    <p:sldId id="321" r:id="rId18"/>
    <p:sldId id="322" r:id="rId19"/>
    <p:sldId id="323" r:id="rId20"/>
    <p:sldId id="324" r:id="rId21"/>
    <p:sldId id="325" r:id="rId22"/>
    <p:sldId id="326" r:id="rId23"/>
    <p:sldId id="327" r:id="rId24"/>
    <p:sldId id="328" r:id="rId25"/>
    <p:sldId id="306" r:id="rId26"/>
    <p:sldId id="329" r:id="rId27"/>
    <p:sldId id="331" r:id="rId28"/>
    <p:sldId id="330" r:id="rId29"/>
    <p:sldId id="332" r:id="rId30"/>
    <p:sldId id="333" r:id="rId31"/>
    <p:sldId id="334" r:id="rId32"/>
    <p:sldId id="335" r:id="rId33"/>
    <p:sldId id="336" r:id="rId34"/>
    <p:sldId id="337" r:id="rId35"/>
    <p:sldId id="338" r:id="rId36"/>
    <p:sldId id="339" r:id="rId37"/>
    <p:sldId id="340" r:id="rId38"/>
    <p:sldId id="307" r:id="rId39"/>
    <p:sldId id="341" r:id="rId40"/>
    <p:sldId id="343" r:id="rId41"/>
    <p:sldId id="342" r:id="rId42"/>
    <p:sldId id="308" r:id="rId43"/>
    <p:sldId id="344" r:id="rId44"/>
    <p:sldId id="346" r:id="rId45"/>
    <p:sldId id="345" r:id="rId46"/>
    <p:sldId id="347" r:id="rId47"/>
    <p:sldId id="303" r:id="rId48"/>
  </p:sldIdLst>
  <p:sldSz cx="12192000" cy="6858000"/>
  <p:notesSz cx="6858000" cy="9144000"/>
  <p:defaultTextStyle>
    <a:defPPr>
      <a:defRPr lang="en-P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629B"/>
    <a:srgbClr val="FEFEF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735" autoAdjust="0"/>
    <p:restoredTop sz="95260" autoAdjust="0"/>
  </p:normalViewPr>
  <p:slideViewPr>
    <p:cSldViewPr snapToGrid="0">
      <p:cViewPr varScale="1">
        <p:scale>
          <a:sx n="83" d="100"/>
          <a:sy n="83" d="100"/>
        </p:scale>
        <p:origin x="822" y="90"/>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2B6F35-1BDD-4C97-AB1B-0EF3FCD6E43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PK"/>
          </a:p>
        </p:txBody>
      </p:sp>
      <p:sp>
        <p:nvSpPr>
          <p:cNvPr id="3" name="Subtitle 2">
            <a:extLst>
              <a:ext uri="{FF2B5EF4-FFF2-40B4-BE49-F238E27FC236}">
                <a16:creationId xmlns:a16="http://schemas.microsoft.com/office/drawing/2014/main" id="{27947696-76E0-4A7D-AAFD-A0DD3F9BE44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PK"/>
          </a:p>
        </p:txBody>
      </p:sp>
      <p:sp>
        <p:nvSpPr>
          <p:cNvPr id="4" name="Date Placeholder 3">
            <a:extLst>
              <a:ext uri="{FF2B5EF4-FFF2-40B4-BE49-F238E27FC236}">
                <a16:creationId xmlns:a16="http://schemas.microsoft.com/office/drawing/2014/main" id="{0564AE90-3DAE-4874-9530-52E8010FEA34}"/>
              </a:ext>
            </a:extLst>
          </p:cNvPr>
          <p:cNvSpPr>
            <a:spLocks noGrp="1"/>
          </p:cNvSpPr>
          <p:nvPr>
            <p:ph type="dt" sz="half" idx="10"/>
          </p:nvPr>
        </p:nvSpPr>
        <p:spPr/>
        <p:txBody>
          <a:bodyPr/>
          <a:lstStyle/>
          <a:p>
            <a:fld id="{06C9BB83-6716-4A2C-BB4D-EC836877FB8C}" type="datetimeFigureOut">
              <a:rPr lang="en-GB" smtClean="0"/>
              <a:t>31/10/2022</a:t>
            </a:fld>
            <a:endParaRPr lang="en-GB"/>
          </a:p>
        </p:txBody>
      </p:sp>
      <p:sp>
        <p:nvSpPr>
          <p:cNvPr id="5" name="Footer Placeholder 4">
            <a:extLst>
              <a:ext uri="{FF2B5EF4-FFF2-40B4-BE49-F238E27FC236}">
                <a16:creationId xmlns:a16="http://schemas.microsoft.com/office/drawing/2014/main" id="{988D150A-9FAA-4828-A677-51AFEF24B353}"/>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D3486D3E-B678-4E98-9CAB-2DA8A3D712BA}"/>
              </a:ext>
            </a:extLst>
          </p:cNvPr>
          <p:cNvSpPr>
            <a:spLocks noGrp="1"/>
          </p:cNvSpPr>
          <p:nvPr>
            <p:ph type="sldNum" sz="quarter" idx="12"/>
          </p:nvPr>
        </p:nvSpPr>
        <p:spPr/>
        <p:txBody>
          <a:bodyPr/>
          <a:lstStyle/>
          <a:p>
            <a:fld id="{0AB12D47-4CF5-40F6-85C2-DBD2627F1A07}" type="slidenum">
              <a:rPr lang="en-GB" smtClean="0"/>
              <a:t>‹#›</a:t>
            </a:fld>
            <a:endParaRPr lang="en-GB"/>
          </a:p>
        </p:txBody>
      </p:sp>
    </p:spTree>
    <p:extLst>
      <p:ext uri="{BB962C8B-B14F-4D97-AF65-F5344CB8AC3E}">
        <p14:creationId xmlns:p14="http://schemas.microsoft.com/office/powerpoint/2010/main" val="1962690498"/>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62CBAD-3D0B-4143-9F22-FA90EA938AA6}"/>
              </a:ext>
            </a:extLst>
          </p:cNvPr>
          <p:cNvSpPr>
            <a:spLocks noGrp="1"/>
          </p:cNvSpPr>
          <p:nvPr>
            <p:ph type="title"/>
          </p:nvPr>
        </p:nvSpPr>
        <p:spPr/>
        <p:txBody>
          <a:bodyPr/>
          <a:lstStyle/>
          <a:p>
            <a:r>
              <a:rPr lang="en-US"/>
              <a:t>Click to edit Master title style</a:t>
            </a:r>
            <a:endParaRPr lang="en-PK"/>
          </a:p>
        </p:txBody>
      </p:sp>
      <p:sp>
        <p:nvSpPr>
          <p:cNvPr id="3" name="Content Placeholder 2">
            <a:extLst>
              <a:ext uri="{FF2B5EF4-FFF2-40B4-BE49-F238E27FC236}">
                <a16:creationId xmlns:a16="http://schemas.microsoft.com/office/drawing/2014/main" id="{EC9CDE9C-1287-4D29-9B55-74AC74377D75}"/>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B416A329-A0DE-4C1F-9375-03747524468B}"/>
              </a:ext>
            </a:extLst>
          </p:cNvPr>
          <p:cNvSpPr>
            <a:spLocks noGrp="1"/>
          </p:cNvSpPr>
          <p:nvPr>
            <p:ph type="dt" sz="half" idx="10"/>
          </p:nvPr>
        </p:nvSpPr>
        <p:spPr/>
        <p:txBody>
          <a:bodyPr/>
          <a:lstStyle/>
          <a:p>
            <a:fld id="{06C9BB83-6716-4A2C-BB4D-EC836877FB8C}" type="datetimeFigureOut">
              <a:rPr lang="en-GB" smtClean="0"/>
              <a:t>31/10/2022</a:t>
            </a:fld>
            <a:endParaRPr lang="en-GB"/>
          </a:p>
        </p:txBody>
      </p:sp>
      <p:sp>
        <p:nvSpPr>
          <p:cNvPr id="5" name="Footer Placeholder 4">
            <a:extLst>
              <a:ext uri="{FF2B5EF4-FFF2-40B4-BE49-F238E27FC236}">
                <a16:creationId xmlns:a16="http://schemas.microsoft.com/office/drawing/2014/main" id="{0FF9C9A8-FD46-4087-B413-AD97FC50AE22}"/>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EE4D4FC3-2CF7-4015-9D3D-3207E7797D2D}"/>
              </a:ext>
            </a:extLst>
          </p:cNvPr>
          <p:cNvSpPr>
            <a:spLocks noGrp="1"/>
          </p:cNvSpPr>
          <p:nvPr>
            <p:ph type="sldNum" sz="quarter" idx="12"/>
          </p:nvPr>
        </p:nvSpPr>
        <p:spPr/>
        <p:txBody>
          <a:bodyPr/>
          <a:lstStyle/>
          <a:p>
            <a:fld id="{0AB12D47-4CF5-40F6-85C2-DBD2627F1A07}" type="slidenum">
              <a:rPr lang="en-GB" smtClean="0"/>
              <a:t>‹#›</a:t>
            </a:fld>
            <a:endParaRPr lang="en-GB"/>
          </a:p>
        </p:txBody>
      </p:sp>
    </p:spTree>
    <p:extLst>
      <p:ext uri="{BB962C8B-B14F-4D97-AF65-F5344CB8AC3E}">
        <p14:creationId xmlns:p14="http://schemas.microsoft.com/office/powerpoint/2010/main" val="24252611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8A4D9C-53F3-4A72-BE30-B6CF7FF7DB1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PK"/>
          </a:p>
        </p:txBody>
      </p:sp>
      <p:sp>
        <p:nvSpPr>
          <p:cNvPr id="3" name="Text Placeholder 2">
            <a:extLst>
              <a:ext uri="{FF2B5EF4-FFF2-40B4-BE49-F238E27FC236}">
                <a16:creationId xmlns:a16="http://schemas.microsoft.com/office/drawing/2014/main" id="{D4C5710C-DCE5-4A4B-88FC-2B7596F04BC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6DDE503A-C05D-4150-BD6B-219A063F3EBD}"/>
              </a:ext>
            </a:extLst>
          </p:cNvPr>
          <p:cNvSpPr>
            <a:spLocks noGrp="1"/>
          </p:cNvSpPr>
          <p:nvPr>
            <p:ph type="dt" sz="half" idx="10"/>
          </p:nvPr>
        </p:nvSpPr>
        <p:spPr/>
        <p:txBody>
          <a:bodyPr/>
          <a:lstStyle/>
          <a:p>
            <a:fld id="{06C9BB83-6716-4A2C-BB4D-EC836877FB8C}" type="datetimeFigureOut">
              <a:rPr lang="en-GB" smtClean="0"/>
              <a:t>31/10/2022</a:t>
            </a:fld>
            <a:endParaRPr lang="en-GB"/>
          </a:p>
        </p:txBody>
      </p:sp>
      <p:sp>
        <p:nvSpPr>
          <p:cNvPr id="5" name="Footer Placeholder 4">
            <a:extLst>
              <a:ext uri="{FF2B5EF4-FFF2-40B4-BE49-F238E27FC236}">
                <a16:creationId xmlns:a16="http://schemas.microsoft.com/office/drawing/2014/main" id="{B13D3F93-B099-4DDE-BD8C-B20714AF3555}"/>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5CC7ECDD-92DF-4EE4-ABCC-7F12BEC46EA8}"/>
              </a:ext>
            </a:extLst>
          </p:cNvPr>
          <p:cNvSpPr>
            <a:spLocks noGrp="1"/>
          </p:cNvSpPr>
          <p:nvPr>
            <p:ph type="sldNum" sz="quarter" idx="12"/>
          </p:nvPr>
        </p:nvSpPr>
        <p:spPr/>
        <p:txBody>
          <a:bodyPr/>
          <a:lstStyle/>
          <a:p>
            <a:fld id="{0AB12D47-4CF5-40F6-85C2-DBD2627F1A07}" type="slidenum">
              <a:rPr lang="en-GB" smtClean="0"/>
              <a:t>‹#›</a:t>
            </a:fld>
            <a:endParaRPr lang="en-GB"/>
          </a:p>
        </p:txBody>
      </p:sp>
    </p:spTree>
    <p:extLst>
      <p:ext uri="{BB962C8B-B14F-4D97-AF65-F5344CB8AC3E}">
        <p14:creationId xmlns:p14="http://schemas.microsoft.com/office/powerpoint/2010/main" val="948881097"/>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ECD001-769F-4BA5-A19F-7FAFE7419827}"/>
              </a:ext>
            </a:extLst>
          </p:cNvPr>
          <p:cNvSpPr>
            <a:spLocks noGrp="1"/>
          </p:cNvSpPr>
          <p:nvPr>
            <p:ph type="title"/>
          </p:nvPr>
        </p:nvSpPr>
        <p:spPr/>
        <p:txBody>
          <a:bodyPr/>
          <a:lstStyle/>
          <a:p>
            <a:r>
              <a:rPr lang="en-US"/>
              <a:t>Click to edit Master title style</a:t>
            </a:r>
            <a:endParaRPr lang="en-PK"/>
          </a:p>
        </p:txBody>
      </p:sp>
      <p:sp>
        <p:nvSpPr>
          <p:cNvPr id="3" name="Content Placeholder 2">
            <a:extLst>
              <a:ext uri="{FF2B5EF4-FFF2-40B4-BE49-F238E27FC236}">
                <a16:creationId xmlns:a16="http://schemas.microsoft.com/office/drawing/2014/main" id="{329A9AF7-6483-42F0-8F35-574519D093EB}"/>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Content Placeholder 3">
            <a:extLst>
              <a:ext uri="{FF2B5EF4-FFF2-40B4-BE49-F238E27FC236}">
                <a16:creationId xmlns:a16="http://schemas.microsoft.com/office/drawing/2014/main" id="{544A1564-74CB-4E17-9893-B2015FF56BEE}"/>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5" name="Date Placeholder 4">
            <a:extLst>
              <a:ext uri="{FF2B5EF4-FFF2-40B4-BE49-F238E27FC236}">
                <a16:creationId xmlns:a16="http://schemas.microsoft.com/office/drawing/2014/main" id="{A65936C1-0B68-40E0-860D-7865B35D1CF9}"/>
              </a:ext>
            </a:extLst>
          </p:cNvPr>
          <p:cNvSpPr>
            <a:spLocks noGrp="1"/>
          </p:cNvSpPr>
          <p:nvPr>
            <p:ph type="dt" sz="half" idx="10"/>
          </p:nvPr>
        </p:nvSpPr>
        <p:spPr/>
        <p:txBody>
          <a:bodyPr/>
          <a:lstStyle/>
          <a:p>
            <a:fld id="{06C9BB83-6716-4A2C-BB4D-EC836877FB8C}" type="datetimeFigureOut">
              <a:rPr lang="en-GB" smtClean="0"/>
              <a:t>31/10/2022</a:t>
            </a:fld>
            <a:endParaRPr lang="en-GB"/>
          </a:p>
        </p:txBody>
      </p:sp>
      <p:sp>
        <p:nvSpPr>
          <p:cNvPr id="6" name="Footer Placeholder 5">
            <a:extLst>
              <a:ext uri="{FF2B5EF4-FFF2-40B4-BE49-F238E27FC236}">
                <a16:creationId xmlns:a16="http://schemas.microsoft.com/office/drawing/2014/main" id="{E1518151-364F-4458-8674-792144FFFAC9}"/>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68628F02-F967-4106-A0CC-B4B85030BAD5}"/>
              </a:ext>
            </a:extLst>
          </p:cNvPr>
          <p:cNvSpPr>
            <a:spLocks noGrp="1"/>
          </p:cNvSpPr>
          <p:nvPr>
            <p:ph type="sldNum" sz="quarter" idx="12"/>
          </p:nvPr>
        </p:nvSpPr>
        <p:spPr/>
        <p:txBody>
          <a:bodyPr/>
          <a:lstStyle/>
          <a:p>
            <a:fld id="{0AB12D47-4CF5-40F6-85C2-DBD2627F1A07}" type="slidenum">
              <a:rPr lang="en-GB" smtClean="0"/>
              <a:t>‹#›</a:t>
            </a:fld>
            <a:endParaRPr lang="en-GB"/>
          </a:p>
        </p:txBody>
      </p:sp>
    </p:spTree>
    <p:extLst>
      <p:ext uri="{BB962C8B-B14F-4D97-AF65-F5344CB8AC3E}">
        <p14:creationId xmlns:p14="http://schemas.microsoft.com/office/powerpoint/2010/main" val="32742526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662CDA-1423-4123-A20C-87A750BCEDD9}"/>
              </a:ext>
            </a:extLst>
          </p:cNvPr>
          <p:cNvSpPr>
            <a:spLocks noGrp="1"/>
          </p:cNvSpPr>
          <p:nvPr>
            <p:ph type="title"/>
          </p:nvPr>
        </p:nvSpPr>
        <p:spPr>
          <a:xfrm>
            <a:off x="839788" y="365125"/>
            <a:ext cx="10515600" cy="1325563"/>
          </a:xfrm>
        </p:spPr>
        <p:txBody>
          <a:bodyPr/>
          <a:lstStyle/>
          <a:p>
            <a:r>
              <a:rPr lang="en-US"/>
              <a:t>Click to edit Master title style</a:t>
            </a:r>
            <a:endParaRPr lang="en-PK"/>
          </a:p>
        </p:txBody>
      </p:sp>
      <p:sp>
        <p:nvSpPr>
          <p:cNvPr id="3" name="Text Placeholder 2">
            <a:extLst>
              <a:ext uri="{FF2B5EF4-FFF2-40B4-BE49-F238E27FC236}">
                <a16:creationId xmlns:a16="http://schemas.microsoft.com/office/drawing/2014/main" id="{F181C7AD-81AF-4517-BCA3-E981E39E8EF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A550C1FD-785A-494B-8266-BC643FB6741F}"/>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5" name="Text Placeholder 4">
            <a:extLst>
              <a:ext uri="{FF2B5EF4-FFF2-40B4-BE49-F238E27FC236}">
                <a16:creationId xmlns:a16="http://schemas.microsoft.com/office/drawing/2014/main" id="{EBC1B3AF-BC32-4746-B151-0B007F0AF1B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7CA4EABE-E223-4C00-93C6-93A57D2CD17D}"/>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7" name="Date Placeholder 6">
            <a:extLst>
              <a:ext uri="{FF2B5EF4-FFF2-40B4-BE49-F238E27FC236}">
                <a16:creationId xmlns:a16="http://schemas.microsoft.com/office/drawing/2014/main" id="{DA0ECE82-C73C-41C3-B8AB-264E828D7C64}"/>
              </a:ext>
            </a:extLst>
          </p:cNvPr>
          <p:cNvSpPr>
            <a:spLocks noGrp="1"/>
          </p:cNvSpPr>
          <p:nvPr>
            <p:ph type="dt" sz="half" idx="10"/>
          </p:nvPr>
        </p:nvSpPr>
        <p:spPr/>
        <p:txBody>
          <a:bodyPr/>
          <a:lstStyle/>
          <a:p>
            <a:fld id="{06C9BB83-6716-4A2C-BB4D-EC836877FB8C}" type="datetimeFigureOut">
              <a:rPr lang="en-GB" smtClean="0"/>
              <a:t>31/10/2022</a:t>
            </a:fld>
            <a:endParaRPr lang="en-GB"/>
          </a:p>
        </p:txBody>
      </p:sp>
      <p:sp>
        <p:nvSpPr>
          <p:cNvPr id="8" name="Footer Placeholder 7">
            <a:extLst>
              <a:ext uri="{FF2B5EF4-FFF2-40B4-BE49-F238E27FC236}">
                <a16:creationId xmlns:a16="http://schemas.microsoft.com/office/drawing/2014/main" id="{08716326-244A-4808-B1E3-F1FDC9C10943}"/>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CF65B595-FCF0-4FBE-9315-9E920D812597}"/>
              </a:ext>
            </a:extLst>
          </p:cNvPr>
          <p:cNvSpPr>
            <a:spLocks noGrp="1"/>
          </p:cNvSpPr>
          <p:nvPr>
            <p:ph type="sldNum" sz="quarter" idx="12"/>
          </p:nvPr>
        </p:nvSpPr>
        <p:spPr/>
        <p:txBody>
          <a:bodyPr/>
          <a:lstStyle/>
          <a:p>
            <a:fld id="{0AB12D47-4CF5-40F6-85C2-DBD2627F1A07}" type="slidenum">
              <a:rPr lang="en-GB" smtClean="0"/>
              <a:t>‹#›</a:t>
            </a:fld>
            <a:endParaRPr lang="en-GB"/>
          </a:p>
        </p:txBody>
      </p:sp>
    </p:spTree>
    <p:extLst>
      <p:ext uri="{BB962C8B-B14F-4D97-AF65-F5344CB8AC3E}">
        <p14:creationId xmlns:p14="http://schemas.microsoft.com/office/powerpoint/2010/main" val="31765202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FE9353-08EF-475D-97F8-BE6B46520245}"/>
              </a:ext>
            </a:extLst>
          </p:cNvPr>
          <p:cNvSpPr>
            <a:spLocks noGrp="1"/>
          </p:cNvSpPr>
          <p:nvPr>
            <p:ph type="title"/>
          </p:nvPr>
        </p:nvSpPr>
        <p:spPr/>
        <p:txBody>
          <a:bodyPr/>
          <a:lstStyle/>
          <a:p>
            <a:r>
              <a:rPr lang="en-US"/>
              <a:t>Click to edit Master title style</a:t>
            </a:r>
            <a:endParaRPr lang="en-PK"/>
          </a:p>
        </p:txBody>
      </p:sp>
      <p:sp>
        <p:nvSpPr>
          <p:cNvPr id="3" name="Date Placeholder 2">
            <a:extLst>
              <a:ext uri="{FF2B5EF4-FFF2-40B4-BE49-F238E27FC236}">
                <a16:creationId xmlns:a16="http://schemas.microsoft.com/office/drawing/2014/main" id="{165C543B-33E3-48CF-B83C-C541D6CB687E}"/>
              </a:ext>
            </a:extLst>
          </p:cNvPr>
          <p:cNvSpPr>
            <a:spLocks noGrp="1"/>
          </p:cNvSpPr>
          <p:nvPr>
            <p:ph type="dt" sz="half" idx="10"/>
          </p:nvPr>
        </p:nvSpPr>
        <p:spPr/>
        <p:txBody>
          <a:bodyPr/>
          <a:lstStyle/>
          <a:p>
            <a:fld id="{06C9BB83-6716-4A2C-BB4D-EC836877FB8C}" type="datetimeFigureOut">
              <a:rPr lang="en-GB" smtClean="0"/>
              <a:t>31/10/2022</a:t>
            </a:fld>
            <a:endParaRPr lang="en-GB"/>
          </a:p>
        </p:txBody>
      </p:sp>
      <p:sp>
        <p:nvSpPr>
          <p:cNvPr id="4" name="Footer Placeholder 3">
            <a:extLst>
              <a:ext uri="{FF2B5EF4-FFF2-40B4-BE49-F238E27FC236}">
                <a16:creationId xmlns:a16="http://schemas.microsoft.com/office/drawing/2014/main" id="{2EFC0699-826F-4A8E-B326-560AD252F7BD}"/>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5368C207-1278-4153-B420-9EF4A4494729}"/>
              </a:ext>
            </a:extLst>
          </p:cNvPr>
          <p:cNvSpPr>
            <a:spLocks noGrp="1"/>
          </p:cNvSpPr>
          <p:nvPr>
            <p:ph type="sldNum" sz="quarter" idx="12"/>
          </p:nvPr>
        </p:nvSpPr>
        <p:spPr/>
        <p:txBody>
          <a:bodyPr/>
          <a:lstStyle/>
          <a:p>
            <a:fld id="{0AB12D47-4CF5-40F6-85C2-DBD2627F1A07}" type="slidenum">
              <a:rPr lang="en-GB" smtClean="0"/>
              <a:t>‹#›</a:t>
            </a:fld>
            <a:endParaRPr lang="en-GB"/>
          </a:p>
        </p:txBody>
      </p:sp>
    </p:spTree>
    <p:extLst>
      <p:ext uri="{BB962C8B-B14F-4D97-AF65-F5344CB8AC3E}">
        <p14:creationId xmlns:p14="http://schemas.microsoft.com/office/powerpoint/2010/main" val="12267679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6768D0D-CD9A-4D7A-A953-4B80DEFCD335}"/>
              </a:ext>
            </a:extLst>
          </p:cNvPr>
          <p:cNvSpPr>
            <a:spLocks noGrp="1"/>
          </p:cNvSpPr>
          <p:nvPr>
            <p:ph type="dt" sz="half" idx="10"/>
          </p:nvPr>
        </p:nvSpPr>
        <p:spPr/>
        <p:txBody>
          <a:bodyPr/>
          <a:lstStyle/>
          <a:p>
            <a:fld id="{06C9BB83-6716-4A2C-BB4D-EC836877FB8C}" type="datetimeFigureOut">
              <a:rPr lang="en-GB" smtClean="0"/>
              <a:t>31/10/2022</a:t>
            </a:fld>
            <a:endParaRPr lang="en-GB"/>
          </a:p>
        </p:txBody>
      </p:sp>
      <p:sp>
        <p:nvSpPr>
          <p:cNvPr id="3" name="Footer Placeholder 2">
            <a:extLst>
              <a:ext uri="{FF2B5EF4-FFF2-40B4-BE49-F238E27FC236}">
                <a16:creationId xmlns:a16="http://schemas.microsoft.com/office/drawing/2014/main" id="{3D9C46BD-36CF-41D8-9D61-3C0284DFABF9}"/>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1C4CE466-759A-4047-8073-18F51B7B2941}"/>
              </a:ext>
            </a:extLst>
          </p:cNvPr>
          <p:cNvSpPr>
            <a:spLocks noGrp="1"/>
          </p:cNvSpPr>
          <p:nvPr>
            <p:ph type="sldNum" sz="quarter" idx="12"/>
          </p:nvPr>
        </p:nvSpPr>
        <p:spPr/>
        <p:txBody>
          <a:bodyPr/>
          <a:lstStyle/>
          <a:p>
            <a:fld id="{0AB12D47-4CF5-40F6-85C2-DBD2627F1A07}" type="slidenum">
              <a:rPr lang="en-GB" smtClean="0"/>
              <a:t>‹#›</a:t>
            </a:fld>
            <a:endParaRPr lang="en-GB"/>
          </a:p>
        </p:txBody>
      </p:sp>
    </p:spTree>
    <p:extLst>
      <p:ext uri="{BB962C8B-B14F-4D97-AF65-F5344CB8AC3E}">
        <p14:creationId xmlns:p14="http://schemas.microsoft.com/office/powerpoint/2010/main" val="27150736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4E62C7-A5DD-4E6E-AEC8-D2596C0A6AF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K"/>
          </a:p>
        </p:txBody>
      </p:sp>
      <p:sp>
        <p:nvSpPr>
          <p:cNvPr id="3" name="Content Placeholder 2">
            <a:extLst>
              <a:ext uri="{FF2B5EF4-FFF2-40B4-BE49-F238E27FC236}">
                <a16:creationId xmlns:a16="http://schemas.microsoft.com/office/drawing/2014/main" id="{A7D44E32-0A99-4A52-BB43-F9B356189C1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Text Placeholder 3">
            <a:extLst>
              <a:ext uri="{FF2B5EF4-FFF2-40B4-BE49-F238E27FC236}">
                <a16:creationId xmlns:a16="http://schemas.microsoft.com/office/drawing/2014/main" id="{40AF3BC2-6F12-4DBB-9471-4665FB534EA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17AC92E9-B3F9-4DC5-B04D-6429BF06A0CB}"/>
              </a:ext>
            </a:extLst>
          </p:cNvPr>
          <p:cNvSpPr>
            <a:spLocks noGrp="1"/>
          </p:cNvSpPr>
          <p:nvPr>
            <p:ph type="dt" sz="half" idx="10"/>
          </p:nvPr>
        </p:nvSpPr>
        <p:spPr/>
        <p:txBody>
          <a:bodyPr/>
          <a:lstStyle/>
          <a:p>
            <a:fld id="{06C9BB83-6716-4A2C-BB4D-EC836877FB8C}" type="datetimeFigureOut">
              <a:rPr lang="en-GB" smtClean="0"/>
              <a:t>31/10/2022</a:t>
            </a:fld>
            <a:endParaRPr lang="en-GB"/>
          </a:p>
        </p:txBody>
      </p:sp>
      <p:sp>
        <p:nvSpPr>
          <p:cNvPr id="6" name="Footer Placeholder 5">
            <a:extLst>
              <a:ext uri="{FF2B5EF4-FFF2-40B4-BE49-F238E27FC236}">
                <a16:creationId xmlns:a16="http://schemas.microsoft.com/office/drawing/2014/main" id="{96C3CCC0-44D6-44E7-B3E2-F9508F2EEE9A}"/>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66CE6695-AA5E-44D1-9985-4427DD580AB9}"/>
              </a:ext>
            </a:extLst>
          </p:cNvPr>
          <p:cNvSpPr>
            <a:spLocks noGrp="1"/>
          </p:cNvSpPr>
          <p:nvPr>
            <p:ph type="sldNum" sz="quarter" idx="12"/>
          </p:nvPr>
        </p:nvSpPr>
        <p:spPr/>
        <p:txBody>
          <a:bodyPr/>
          <a:lstStyle/>
          <a:p>
            <a:fld id="{0AB12D47-4CF5-40F6-85C2-DBD2627F1A07}" type="slidenum">
              <a:rPr lang="en-GB" smtClean="0"/>
              <a:t>‹#›</a:t>
            </a:fld>
            <a:endParaRPr lang="en-GB"/>
          </a:p>
        </p:txBody>
      </p:sp>
    </p:spTree>
    <p:extLst>
      <p:ext uri="{BB962C8B-B14F-4D97-AF65-F5344CB8AC3E}">
        <p14:creationId xmlns:p14="http://schemas.microsoft.com/office/powerpoint/2010/main" val="15072074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48D7B4-D7B9-4CD5-8BBF-261B67DBFE7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K"/>
          </a:p>
        </p:txBody>
      </p:sp>
      <p:sp>
        <p:nvSpPr>
          <p:cNvPr id="3" name="Picture Placeholder 2">
            <a:extLst>
              <a:ext uri="{FF2B5EF4-FFF2-40B4-BE49-F238E27FC236}">
                <a16:creationId xmlns:a16="http://schemas.microsoft.com/office/drawing/2014/main" id="{8F94BA48-7AB5-49D9-81E8-DFFBE9AB61B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PK"/>
          </a:p>
        </p:txBody>
      </p:sp>
      <p:sp>
        <p:nvSpPr>
          <p:cNvPr id="4" name="Text Placeholder 3">
            <a:extLst>
              <a:ext uri="{FF2B5EF4-FFF2-40B4-BE49-F238E27FC236}">
                <a16:creationId xmlns:a16="http://schemas.microsoft.com/office/drawing/2014/main" id="{713C2DDF-C490-4A6F-A58E-8725DD27286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F9F83A0D-2DAD-49E9-B1EE-9DF052C15A15}"/>
              </a:ext>
            </a:extLst>
          </p:cNvPr>
          <p:cNvSpPr>
            <a:spLocks noGrp="1"/>
          </p:cNvSpPr>
          <p:nvPr>
            <p:ph type="dt" sz="half" idx="10"/>
          </p:nvPr>
        </p:nvSpPr>
        <p:spPr/>
        <p:txBody>
          <a:bodyPr/>
          <a:lstStyle/>
          <a:p>
            <a:fld id="{06C9BB83-6716-4A2C-BB4D-EC836877FB8C}" type="datetimeFigureOut">
              <a:rPr lang="en-GB" smtClean="0"/>
              <a:t>31/10/2022</a:t>
            </a:fld>
            <a:endParaRPr lang="en-GB"/>
          </a:p>
        </p:txBody>
      </p:sp>
      <p:sp>
        <p:nvSpPr>
          <p:cNvPr id="6" name="Footer Placeholder 5">
            <a:extLst>
              <a:ext uri="{FF2B5EF4-FFF2-40B4-BE49-F238E27FC236}">
                <a16:creationId xmlns:a16="http://schemas.microsoft.com/office/drawing/2014/main" id="{2209279F-FA38-482C-A481-C161B9DC3604}"/>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D428492A-027C-44E9-8D07-DE52AB2CBA13}"/>
              </a:ext>
            </a:extLst>
          </p:cNvPr>
          <p:cNvSpPr>
            <a:spLocks noGrp="1"/>
          </p:cNvSpPr>
          <p:nvPr>
            <p:ph type="sldNum" sz="quarter" idx="12"/>
          </p:nvPr>
        </p:nvSpPr>
        <p:spPr/>
        <p:txBody>
          <a:bodyPr/>
          <a:lstStyle/>
          <a:p>
            <a:fld id="{0AB12D47-4CF5-40F6-85C2-DBD2627F1A07}" type="slidenum">
              <a:rPr lang="en-GB" smtClean="0"/>
              <a:t>‹#›</a:t>
            </a:fld>
            <a:endParaRPr lang="en-GB"/>
          </a:p>
        </p:txBody>
      </p:sp>
    </p:spTree>
    <p:extLst>
      <p:ext uri="{BB962C8B-B14F-4D97-AF65-F5344CB8AC3E}">
        <p14:creationId xmlns:p14="http://schemas.microsoft.com/office/powerpoint/2010/main" val="33110808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15B1B3-8AAA-40ED-9E60-009698E2ECC0}"/>
              </a:ext>
            </a:extLst>
          </p:cNvPr>
          <p:cNvSpPr>
            <a:spLocks noGrp="1"/>
          </p:cNvSpPr>
          <p:nvPr>
            <p:ph type="title"/>
          </p:nvPr>
        </p:nvSpPr>
        <p:spPr/>
        <p:txBody>
          <a:bodyPr/>
          <a:lstStyle/>
          <a:p>
            <a:r>
              <a:rPr lang="en-US"/>
              <a:t>Click to edit Master title style</a:t>
            </a:r>
            <a:endParaRPr lang="en-PK"/>
          </a:p>
        </p:txBody>
      </p:sp>
      <p:sp>
        <p:nvSpPr>
          <p:cNvPr id="3" name="Vertical Text Placeholder 2">
            <a:extLst>
              <a:ext uri="{FF2B5EF4-FFF2-40B4-BE49-F238E27FC236}">
                <a16:creationId xmlns:a16="http://schemas.microsoft.com/office/drawing/2014/main" id="{A1EA64B8-4914-4368-9D4C-2DC37C25DC3C}"/>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054F7E6B-9FD8-44E5-9EB9-16C15B413221}"/>
              </a:ext>
            </a:extLst>
          </p:cNvPr>
          <p:cNvSpPr>
            <a:spLocks noGrp="1"/>
          </p:cNvSpPr>
          <p:nvPr>
            <p:ph type="dt" sz="half" idx="10"/>
          </p:nvPr>
        </p:nvSpPr>
        <p:spPr/>
        <p:txBody>
          <a:bodyPr/>
          <a:lstStyle/>
          <a:p>
            <a:fld id="{06C9BB83-6716-4A2C-BB4D-EC836877FB8C}" type="datetimeFigureOut">
              <a:rPr lang="en-GB" smtClean="0"/>
              <a:t>31/10/2022</a:t>
            </a:fld>
            <a:endParaRPr lang="en-GB"/>
          </a:p>
        </p:txBody>
      </p:sp>
      <p:sp>
        <p:nvSpPr>
          <p:cNvPr id="5" name="Footer Placeholder 4">
            <a:extLst>
              <a:ext uri="{FF2B5EF4-FFF2-40B4-BE49-F238E27FC236}">
                <a16:creationId xmlns:a16="http://schemas.microsoft.com/office/drawing/2014/main" id="{BB74B6C4-C406-42D6-87B7-00D9D10E74A6}"/>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E0E5894-C90C-431F-B702-4D6611A1E6D0}"/>
              </a:ext>
            </a:extLst>
          </p:cNvPr>
          <p:cNvSpPr>
            <a:spLocks noGrp="1"/>
          </p:cNvSpPr>
          <p:nvPr>
            <p:ph type="sldNum" sz="quarter" idx="12"/>
          </p:nvPr>
        </p:nvSpPr>
        <p:spPr/>
        <p:txBody>
          <a:bodyPr/>
          <a:lstStyle/>
          <a:p>
            <a:fld id="{0AB12D47-4CF5-40F6-85C2-DBD2627F1A07}" type="slidenum">
              <a:rPr lang="en-GB" smtClean="0"/>
              <a:t>‹#›</a:t>
            </a:fld>
            <a:endParaRPr lang="en-GB"/>
          </a:p>
        </p:txBody>
      </p:sp>
    </p:spTree>
    <p:extLst>
      <p:ext uri="{BB962C8B-B14F-4D97-AF65-F5344CB8AC3E}">
        <p14:creationId xmlns:p14="http://schemas.microsoft.com/office/powerpoint/2010/main" val="14203096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9951357-1906-49D4-8444-311DD8EBA0F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PK"/>
          </a:p>
        </p:txBody>
      </p:sp>
      <p:sp>
        <p:nvSpPr>
          <p:cNvPr id="3" name="Vertical Text Placeholder 2">
            <a:extLst>
              <a:ext uri="{FF2B5EF4-FFF2-40B4-BE49-F238E27FC236}">
                <a16:creationId xmlns:a16="http://schemas.microsoft.com/office/drawing/2014/main" id="{9E6B0759-AC21-48C2-9875-B1BA606A605C}"/>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429DD895-74B7-4197-8E32-1C0EEA0F105A}"/>
              </a:ext>
            </a:extLst>
          </p:cNvPr>
          <p:cNvSpPr>
            <a:spLocks noGrp="1"/>
          </p:cNvSpPr>
          <p:nvPr>
            <p:ph type="dt" sz="half" idx="10"/>
          </p:nvPr>
        </p:nvSpPr>
        <p:spPr/>
        <p:txBody>
          <a:bodyPr/>
          <a:lstStyle/>
          <a:p>
            <a:fld id="{06C9BB83-6716-4A2C-BB4D-EC836877FB8C}" type="datetimeFigureOut">
              <a:rPr lang="en-GB" smtClean="0"/>
              <a:t>31/10/2022</a:t>
            </a:fld>
            <a:endParaRPr lang="en-GB"/>
          </a:p>
        </p:txBody>
      </p:sp>
      <p:sp>
        <p:nvSpPr>
          <p:cNvPr id="5" name="Footer Placeholder 4">
            <a:extLst>
              <a:ext uri="{FF2B5EF4-FFF2-40B4-BE49-F238E27FC236}">
                <a16:creationId xmlns:a16="http://schemas.microsoft.com/office/drawing/2014/main" id="{6D5364BF-7EC4-4BC8-8DE0-0AA8186F123B}"/>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B088166F-7663-4892-937D-7D4BBBAAD18C}"/>
              </a:ext>
            </a:extLst>
          </p:cNvPr>
          <p:cNvSpPr>
            <a:spLocks noGrp="1"/>
          </p:cNvSpPr>
          <p:nvPr>
            <p:ph type="sldNum" sz="quarter" idx="12"/>
          </p:nvPr>
        </p:nvSpPr>
        <p:spPr/>
        <p:txBody>
          <a:bodyPr/>
          <a:lstStyle/>
          <a:p>
            <a:fld id="{0AB12D47-4CF5-40F6-85C2-DBD2627F1A07}" type="slidenum">
              <a:rPr lang="en-GB" smtClean="0"/>
              <a:t>‹#›</a:t>
            </a:fld>
            <a:endParaRPr lang="en-GB"/>
          </a:p>
        </p:txBody>
      </p:sp>
    </p:spTree>
    <p:extLst>
      <p:ext uri="{BB962C8B-B14F-4D97-AF65-F5344CB8AC3E}">
        <p14:creationId xmlns:p14="http://schemas.microsoft.com/office/powerpoint/2010/main" val="15227329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496B69C-8C9A-4525-B3FF-650112E1191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PK"/>
          </a:p>
        </p:txBody>
      </p:sp>
      <p:sp>
        <p:nvSpPr>
          <p:cNvPr id="3" name="Text Placeholder 2">
            <a:extLst>
              <a:ext uri="{FF2B5EF4-FFF2-40B4-BE49-F238E27FC236}">
                <a16:creationId xmlns:a16="http://schemas.microsoft.com/office/drawing/2014/main" id="{AEA5E67D-B9E8-4E04-989F-BD8B8B97BD9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819F7E2E-A1D1-4245-BA97-6E5FEB3FED2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6C9BB83-6716-4A2C-BB4D-EC836877FB8C}" type="datetimeFigureOut">
              <a:rPr lang="en-GB" smtClean="0"/>
              <a:t>31/10/2022</a:t>
            </a:fld>
            <a:endParaRPr lang="en-GB"/>
          </a:p>
        </p:txBody>
      </p:sp>
      <p:sp>
        <p:nvSpPr>
          <p:cNvPr id="5" name="Footer Placeholder 4">
            <a:extLst>
              <a:ext uri="{FF2B5EF4-FFF2-40B4-BE49-F238E27FC236}">
                <a16:creationId xmlns:a16="http://schemas.microsoft.com/office/drawing/2014/main" id="{8FBF56F8-8C74-4301-8A02-2373AA653A1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A9A07F5B-BED3-4B88-9FD6-1C81D123A78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AB12D47-4CF5-40F6-85C2-DBD2627F1A07}" type="slidenum">
              <a:rPr lang="en-GB" smtClean="0"/>
              <a:t>‹#›</a:t>
            </a:fld>
            <a:endParaRPr lang="en-GB"/>
          </a:p>
        </p:txBody>
      </p:sp>
    </p:spTree>
    <p:extLst>
      <p:ext uri="{BB962C8B-B14F-4D97-AF65-F5344CB8AC3E}">
        <p14:creationId xmlns:p14="http://schemas.microsoft.com/office/powerpoint/2010/main" val="3637944655"/>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P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image" Target="../media/image16.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3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3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3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34.png"/></Relationships>
</file>

<file path=ppt/slides/_rels/slide3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35.png"/></Relationships>
</file>

<file path=ppt/slides/_rels/slide3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36.png"/></Relationships>
</file>

<file path=ppt/slides/_rels/slide3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37.png"/></Relationships>
</file>

<file path=ppt/slides/_rels/slide4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38.png"/></Relationships>
</file>

<file path=ppt/slides/_rels/slide4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39.png"/></Relationships>
</file>

<file path=ppt/slides/_rels/slide4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0.png"/></Relationships>
</file>

<file path=ppt/slides/_rels/slide4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42.png"/><Relationship Id="rId4" Type="http://schemas.openxmlformats.org/officeDocument/2006/relationships/image" Target="../media/image41.png"/></Relationships>
</file>

<file path=ppt/slides/_rels/slide4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3.png"/></Relationships>
</file>

<file path=ppt/slides/_rels/slide4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4.jp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629B">
            <a:alpha val="50000"/>
          </a:srgbClr>
        </a:solidFill>
        <a:effectLst/>
      </p:bgPr>
    </p:bg>
    <p:spTree>
      <p:nvGrpSpPr>
        <p:cNvPr id="1" name=""/>
        <p:cNvGrpSpPr/>
        <p:nvPr/>
      </p:nvGrpSpPr>
      <p:grpSpPr>
        <a:xfrm>
          <a:off x="0" y="0"/>
          <a:ext cx="0" cy="0"/>
          <a:chOff x="0" y="0"/>
          <a:chExt cx="0" cy="0"/>
        </a:xfrm>
      </p:grpSpPr>
      <p:grpSp>
        <p:nvGrpSpPr>
          <p:cNvPr id="10" name="object 10"/>
          <p:cNvGrpSpPr/>
          <p:nvPr/>
        </p:nvGrpSpPr>
        <p:grpSpPr>
          <a:xfrm>
            <a:off x="3095500" y="2086208"/>
            <a:ext cx="6756400" cy="2244725"/>
            <a:chOff x="446087" y="3055873"/>
            <a:chExt cx="6946900" cy="2244725"/>
          </a:xfrm>
          <a:solidFill>
            <a:schemeClr val="accent2"/>
          </a:solidFill>
        </p:grpSpPr>
        <p:sp>
          <p:nvSpPr>
            <p:cNvPr id="11" name="object 11"/>
            <p:cNvSpPr/>
            <p:nvPr/>
          </p:nvSpPr>
          <p:spPr>
            <a:xfrm>
              <a:off x="446087" y="3055873"/>
              <a:ext cx="6946900" cy="2244725"/>
            </a:xfrm>
            <a:custGeom>
              <a:avLst/>
              <a:gdLst/>
              <a:ahLst/>
              <a:cxnLst/>
              <a:rect l="l" t="t" r="r" b="b"/>
              <a:pathLst>
                <a:path w="6946900" h="2244725">
                  <a:moveTo>
                    <a:pt x="6946900" y="0"/>
                  </a:moveTo>
                  <a:lnTo>
                    <a:pt x="0" y="0"/>
                  </a:lnTo>
                  <a:lnTo>
                    <a:pt x="0" y="2244725"/>
                  </a:lnTo>
                  <a:lnTo>
                    <a:pt x="6946900" y="2244725"/>
                  </a:lnTo>
                  <a:lnTo>
                    <a:pt x="6946900" y="0"/>
                  </a:lnTo>
                  <a:close/>
                </a:path>
              </a:pathLst>
            </a:custGeom>
            <a:grpFill/>
          </p:spPr>
          <p:txBody>
            <a:bodyPr wrap="square" lIns="0" tIns="0" rIns="0" bIns="0" rtlCol="0"/>
            <a:lstStyle/>
            <a:p>
              <a:endParaRPr b="1">
                <a:latin typeface="Times New Roman" panose="02020603050405020304" pitchFamily="18" charset="0"/>
                <a:cs typeface="Times New Roman" panose="02020603050405020304" pitchFamily="18" charset="0"/>
              </a:endParaRPr>
            </a:p>
          </p:txBody>
        </p:sp>
        <p:sp>
          <p:nvSpPr>
            <p:cNvPr id="12" name="object 12"/>
            <p:cNvSpPr/>
            <p:nvPr/>
          </p:nvSpPr>
          <p:spPr>
            <a:xfrm>
              <a:off x="536575" y="3136899"/>
              <a:ext cx="6765925" cy="2082800"/>
            </a:xfrm>
            <a:custGeom>
              <a:avLst/>
              <a:gdLst/>
              <a:ahLst/>
              <a:cxnLst/>
              <a:rect l="l" t="t" r="r" b="b"/>
              <a:pathLst>
                <a:path w="6765925" h="2082800">
                  <a:moveTo>
                    <a:pt x="6764528" y="0"/>
                  </a:moveTo>
                  <a:lnTo>
                    <a:pt x="1422" y="0"/>
                  </a:lnTo>
                  <a:lnTo>
                    <a:pt x="0" y="1397"/>
                  </a:lnTo>
                  <a:lnTo>
                    <a:pt x="0" y="2081402"/>
                  </a:lnTo>
                  <a:lnTo>
                    <a:pt x="1422" y="2082800"/>
                  </a:lnTo>
                  <a:lnTo>
                    <a:pt x="6764528" y="2082800"/>
                  </a:lnTo>
                  <a:lnTo>
                    <a:pt x="6765925" y="2081402"/>
                  </a:lnTo>
                  <a:lnTo>
                    <a:pt x="6765925" y="2080641"/>
                  </a:lnTo>
                  <a:lnTo>
                    <a:pt x="2590" y="2080641"/>
                  </a:lnTo>
                  <a:lnTo>
                    <a:pt x="2120" y="2080260"/>
                  </a:lnTo>
                  <a:lnTo>
                    <a:pt x="2120" y="2539"/>
                  </a:lnTo>
                  <a:lnTo>
                    <a:pt x="2590" y="2159"/>
                  </a:lnTo>
                  <a:lnTo>
                    <a:pt x="6765925" y="2159"/>
                  </a:lnTo>
                  <a:lnTo>
                    <a:pt x="6765925" y="1397"/>
                  </a:lnTo>
                  <a:lnTo>
                    <a:pt x="6764528" y="0"/>
                  </a:lnTo>
                  <a:close/>
                </a:path>
                <a:path w="6765925" h="2082800">
                  <a:moveTo>
                    <a:pt x="6765925" y="2159"/>
                  </a:moveTo>
                  <a:lnTo>
                    <a:pt x="6763384" y="2159"/>
                  </a:lnTo>
                  <a:lnTo>
                    <a:pt x="6763766" y="2539"/>
                  </a:lnTo>
                  <a:lnTo>
                    <a:pt x="6763766" y="2080260"/>
                  </a:lnTo>
                  <a:lnTo>
                    <a:pt x="6763384" y="2080641"/>
                  </a:lnTo>
                  <a:lnTo>
                    <a:pt x="6765925" y="2080641"/>
                  </a:lnTo>
                  <a:lnTo>
                    <a:pt x="6765925" y="2159"/>
                  </a:lnTo>
                  <a:close/>
                </a:path>
                <a:path w="6765925" h="2082800">
                  <a:moveTo>
                    <a:pt x="6761733" y="4190"/>
                  </a:moveTo>
                  <a:lnTo>
                    <a:pt x="4229" y="4190"/>
                  </a:lnTo>
                  <a:lnTo>
                    <a:pt x="4229" y="2078608"/>
                  </a:lnTo>
                  <a:lnTo>
                    <a:pt x="6761733" y="2078608"/>
                  </a:lnTo>
                  <a:lnTo>
                    <a:pt x="6761733" y="2076450"/>
                  </a:lnTo>
                  <a:lnTo>
                    <a:pt x="6350" y="2076450"/>
                  </a:lnTo>
                  <a:lnTo>
                    <a:pt x="6350" y="6350"/>
                  </a:lnTo>
                  <a:lnTo>
                    <a:pt x="6761733" y="6350"/>
                  </a:lnTo>
                  <a:lnTo>
                    <a:pt x="6761733" y="4190"/>
                  </a:lnTo>
                  <a:close/>
                </a:path>
                <a:path w="6765925" h="2082800">
                  <a:moveTo>
                    <a:pt x="6761733" y="6350"/>
                  </a:moveTo>
                  <a:lnTo>
                    <a:pt x="6759575" y="6350"/>
                  </a:lnTo>
                  <a:lnTo>
                    <a:pt x="6759575" y="2076450"/>
                  </a:lnTo>
                  <a:lnTo>
                    <a:pt x="6761733" y="2076450"/>
                  </a:lnTo>
                  <a:lnTo>
                    <a:pt x="6761733" y="6350"/>
                  </a:lnTo>
                  <a:close/>
                </a:path>
              </a:pathLst>
            </a:custGeom>
            <a:grpFill/>
          </p:spPr>
          <p:txBody>
            <a:bodyPr wrap="square" lIns="0" tIns="0" rIns="0" bIns="0" rtlCol="0"/>
            <a:lstStyle/>
            <a:p>
              <a:endParaRPr b="1">
                <a:latin typeface="Times New Roman" panose="02020603050405020304" pitchFamily="18" charset="0"/>
                <a:cs typeface="Times New Roman" panose="02020603050405020304" pitchFamily="18" charset="0"/>
              </a:endParaRPr>
            </a:p>
          </p:txBody>
        </p:sp>
      </p:grpSp>
      <p:sp>
        <p:nvSpPr>
          <p:cNvPr id="13" name="object 13"/>
          <p:cNvSpPr txBox="1"/>
          <p:nvPr/>
        </p:nvSpPr>
        <p:spPr>
          <a:xfrm>
            <a:off x="3095500" y="3590701"/>
            <a:ext cx="6756400" cy="740587"/>
          </a:xfrm>
          <a:prstGeom prst="rect">
            <a:avLst/>
          </a:prstGeom>
          <a:solidFill>
            <a:srgbClr val="92D050"/>
          </a:solidFill>
        </p:spPr>
        <p:txBody>
          <a:bodyPr vert="horz" wrap="square" lIns="0" tIns="1905" rIns="0" bIns="0" rtlCol="0">
            <a:spAutoFit/>
          </a:bodyPr>
          <a:lstStyle/>
          <a:p>
            <a:pPr>
              <a:spcBef>
                <a:spcPts val="15"/>
              </a:spcBef>
            </a:pPr>
            <a:endParaRPr sz="2400" b="1" dirty="0">
              <a:latin typeface="Times New Roman" panose="02020603050405020304" pitchFamily="18" charset="0"/>
              <a:cs typeface="Times New Roman" panose="02020603050405020304" pitchFamily="18" charset="0"/>
            </a:endParaRPr>
          </a:p>
          <a:p>
            <a:pPr marL="121920">
              <a:tabLst>
                <a:tab pos="707390" algn="l"/>
                <a:tab pos="1868805" algn="l"/>
              </a:tabLst>
            </a:pPr>
            <a:r>
              <a:rPr sz="2400" b="1" dirty="0">
                <a:latin typeface="Times New Roman" panose="02020603050405020304" pitchFamily="18" charset="0"/>
                <a:cs typeface="Times New Roman" panose="02020603050405020304" pitchFamily="18" charset="0"/>
              </a:rPr>
              <a:t>D</a:t>
            </a:r>
            <a:r>
              <a:rPr lang="en-US" sz="2400" b="1" spc="-5" dirty="0">
                <a:latin typeface="Times New Roman" panose="02020603050405020304" pitchFamily="18" charset="0"/>
                <a:cs typeface="Times New Roman" panose="02020603050405020304" pitchFamily="18" charset="0"/>
              </a:rPr>
              <a:t>r. Muhammad Umar </a:t>
            </a:r>
            <a:r>
              <a:rPr lang="en-US" sz="2400" b="1" spc="-5">
                <a:latin typeface="Times New Roman" panose="02020603050405020304" pitchFamily="18" charset="0"/>
                <a:cs typeface="Times New Roman" panose="02020603050405020304" pitchFamily="18" charset="0"/>
              </a:rPr>
              <a:t>Aftab </a:t>
            </a:r>
            <a:endParaRPr sz="2400" b="1" dirty="0">
              <a:latin typeface="Times New Roman" panose="02020603050405020304" pitchFamily="18" charset="0"/>
              <a:cs typeface="Times New Roman" panose="02020603050405020304" pitchFamily="18" charset="0"/>
            </a:endParaRPr>
          </a:p>
        </p:txBody>
      </p:sp>
      <p:sp>
        <p:nvSpPr>
          <p:cNvPr id="14" name="object 14"/>
          <p:cNvSpPr txBox="1"/>
          <p:nvPr/>
        </p:nvSpPr>
        <p:spPr>
          <a:xfrm>
            <a:off x="3044764" y="2645753"/>
            <a:ext cx="6756400" cy="629018"/>
          </a:xfrm>
          <a:prstGeom prst="rect">
            <a:avLst/>
          </a:prstGeom>
        </p:spPr>
        <p:txBody>
          <a:bodyPr vert="horz" wrap="square" lIns="0" tIns="13335" rIns="0" bIns="0" rtlCol="0">
            <a:spAutoFit/>
          </a:bodyPr>
          <a:lstStyle/>
          <a:p>
            <a:pPr marL="12700" marR="5080" algn="ctr">
              <a:spcBef>
                <a:spcPts val="105"/>
              </a:spcBef>
            </a:pPr>
            <a:r>
              <a:rPr lang="en-US" sz="4000" b="1" dirty="0">
                <a:latin typeface="Times New Roman" panose="02020603050405020304" pitchFamily="18" charset="0"/>
                <a:cs typeface="Times New Roman" panose="02020603050405020304" pitchFamily="18" charset="0"/>
              </a:rPr>
              <a:t>SQL Injection </a:t>
            </a:r>
          </a:p>
        </p:txBody>
      </p:sp>
      <p:pic>
        <p:nvPicPr>
          <p:cNvPr id="15" name="Picture 1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77369" y="120580"/>
            <a:ext cx="734244" cy="507442"/>
          </a:xfrm>
          <a:prstGeom prst="rect">
            <a:avLst/>
          </a:prstGeom>
        </p:spPr>
      </p:pic>
      <p:sp>
        <p:nvSpPr>
          <p:cNvPr id="5" name="Slide Number Placeholder 4"/>
          <p:cNvSpPr>
            <a:spLocks noGrp="1"/>
          </p:cNvSpPr>
          <p:nvPr>
            <p:ph type="sldNum" sz="quarter" idx="12"/>
          </p:nvPr>
        </p:nvSpPr>
        <p:spPr/>
        <p:txBody>
          <a:bodyPr/>
          <a:lstStyle/>
          <a:p>
            <a:fld id="{13C51ED2-AC48-45BF-9843-B46461D80413}" type="slidenum">
              <a:rPr lang="en-US" b="1" smtClean="0">
                <a:solidFill>
                  <a:schemeClr val="tx1"/>
                </a:solidFill>
                <a:latin typeface="Times New Roman" panose="02020603050405020304" pitchFamily="18" charset="0"/>
                <a:cs typeface="Times New Roman" panose="02020603050405020304" pitchFamily="18" charset="0"/>
              </a:rPr>
              <a:t>1</a:t>
            </a:fld>
            <a:endParaRPr lang="en-US" b="1">
              <a:solidFill>
                <a:schemeClr val="tx1"/>
              </a:solidFill>
              <a:latin typeface="Times New Roman" panose="02020603050405020304" pitchFamily="18" charset="0"/>
              <a:cs typeface="Times New Roman" panose="02020603050405020304" pitchFamily="18" charset="0"/>
            </a:endParaRPr>
          </a:p>
        </p:txBody>
      </p:sp>
      <p:sp>
        <p:nvSpPr>
          <p:cNvPr id="18" name="Footer Placeholder 3"/>
          <p:cNvSpPr>
            <a:spLocks noGrp="1"/>
          </p:cNvSpPr>
          <p:nvPr>
            <p:ph type="ftr" sz="quarter" idx="11"/>
          </p:nvPr>
        </p:nvSpPr>
        <p:spPr>
          <a:xfrm>
            <a:off x="3413126" y="6355639"/>
            <a:ext cx="5197474" cy="365125"/>
          </a:xfrm>
        </p:spPr>
        <p:txBody>
          <a:bodyPr/>
          <a:lstStyle/>
          <a:p>
            <a:r>
              <a:rPr lang="en-GB" b="1" dirty="0">
                <a:solidFill>
                  <a:schemeClr val="tx1"/>
                </a:solidFill>
                <a:latin typeface="Times New Roman" panose="02020603050405020304" pitchFamily="18" charset="0"/>
                <a:cs typeface="Times New Roman" panose="02020603050405020304" pitchFamily="18" charset="0"/>
              </a:rPr>
              <a:t>NATIONAL UNIVERSITY OF COMPUTER &amp; EMERGING SCIENCES</a:t>
            </a:r>
            <a:endParaRPr lang="en-US"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464147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0629B">
            <a:alpha val="50000"/>
          </a:srgbClr>
        </a:solidFill>
        <a:effectLst/>
      </p:bgPr>
    </p:bg>
    <p:spTree>
      <p:nvGrpSpPr>
        <p:cNvPr id="1" name=""/>
        <p:cNvGrpSpPr/>
        <p:nvPr/>
      </p:nvGrpSpPr>
      <p:grpSpPr>
        <a:xfrm>
          <a:off x="0" y="0"/>
          <a:ext cx="0" cy="0"/>
          <a:chOff x="0" y="0"/>
          <a:chExt cx="0" cy="0"/>
        </a:xfrm>
      </p:grpSpPr>
      <p:sp>
        <p:nvSpPr>
          <p:cNvPr id="2" name="object 2"/>
          <p:cNvSpPr/>
          <p:nvPr/>
        </p:nvSpPr>
        <p:spPr>
          <a:xfrm>
            <a:off x="992777" y="1240971"/>
            <a:ext cx="10115202" cy="4833258"/>
          </a:xfrm>
          <a:prstGeom prst="rect">
            <a:avLst/>
          </a:prstGeom>
          <a:blipFill>
            <a:blip r:embed="rId2" cstate="print"/>
            <a:stretch>
              <a:fillRect/>
            </a:stretch>
          </a:blip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5" name="object 5"/>
          <p:cNvSpPr txBox="1"/>
          <p:nvPr/>
        </p:nvSpPr>
        <p:spPr>
          <a:xfrm>
            <a:off x="1903689" y="1526318"/>
            <a:ext cx="8216348" cy="3136115"/>
          </a:xfrm>
          <a:prstGeom prst="rect">
            <a:avLst/>
          </a:prstGeom>
        </p:spPr>
        <p:txBody>
          <a:bodyPr vert="horz" wrap="square" lIns="0" tIns="85725" rIns="0" bIns="0" rtlCol="0">
            <a:spAutoFit/>
          </a:bodyPr>
          <a:lstStyle/>
          <a:p>
            <a:pPr marL="241300" indent="-229235">
              <a:lnSpc>
                <a:spcPct val="100000"/>
              </a:lnSpc>
              <a:spcBef>
                <a:spcPts val="1325"/>
              </a:spcBef>
              <a:buFont typeface="Wingdings"/>
              <a:buChar char=""/>
              <a:tabLst>
                <a:tab pos="241935" algn="l"/>
              </a:tabLst>
            </a:pPr>
            <a:r>
              <a:rPr lang="en-GB" sz="2400" spc="15" dirty="0">
                <a:latin typeface="Times New Roman" panose="02020603050405020304" pitchFamily="18" charset="0"/>
                <a:cs typeface="Times New Roman" panose="02020603050405020304" pitchFamily="18" charset="0"/>
              </a:rPr>
              <a:t> Introduction </a:t>
            </a:r>
          </a:p>
          <a:p>
            <a:pPr marL="241300" indent="-229235">
              <a:lnSpc>
                <a:spcPct val="100000"/>
              </a:lnSpc>
              <a:spcBef>
                <a:spcPts val="1325"/>
              </a:spcBef>
              <a:buFont typeface="Wingdings"/>
              <a:buChar char=""/>
              <a:tabLst>
                <a:tab pos="241935" algn="l"/>
              </a:tabLst>
            </a:pPr>
            <a:r>
              <a:rPr lang="en-GB" sz="2400" spc="15" dirty="0">
                <a:latin typeface="Times New Roman" panose="02020603050405020304" pitchFamily="18" charset="0"/>
                <a:cs typeface="Times New Roman" panose="02020603050405020304" pitchFamily="18" charset="0"/>
              </a:rPr>
              <a:t> What is SQL</a:t>
            </a:r>
          </a:p>
          <a:p>
            <a:pPr marL="241300" indent="-229235">
              <a:lnSpc>
                <a:spcPct val="100000"/>
              </a:lnSpc>
              <a:spcBef>
                <a:spcPts val="1325"/>
              </a:spcBef>
              <a:buFont typeface="Wingdings"/>
              <a:buChar char=""/>
              <a:tabLst>
                <a:tab pos="241935" algn="l"/>
              </a:tabLst>
            </a:pPr>
            <a:r>
              <a:rPr lang="en-GB" sz="2400" spc="15" dirty="0">
                <a:latin typeface="Times New Roman" panose="02020603050405020304" pitchFamily="18" charset="0"/>
                <a:cs typeface="Times New Roman" panose="02020603050405020304" pitchFamily="18" charset="0"/>
              </a:rPr>
              <a:t> SQL Injection against Select Statement</a:t>
            </a:r>
          </a:p>
          <a:p>
            <a:pPr marL="241300" indent="-229235">
              <a:lnSpc>
                <a:spcPct val="100000"/>
              </a:lnSpc>
              <a:spcBef>
                <a:spcPts val="1325"/>
              </a:spcBef>
              <a:buFont typeface="Wingdings"/>
              <a:buChar char=""/>
              <a:tabLst>
                <a:tab pos="241935" algn="l"/>
              </a:tabLst>
            </a:pPr>
            <a:r>
              <a:rPr lang="en-GB" sz="2400" spc="15" dirty="0">
                <a:latin typeface="Times New Roman" panose="02020603050405020304" pitchFamily="18" charset="0"/>
                <a:cs typeface="Times New Roman" panose="02020603050405020304" pitchFamily="18" charset="0"/>
              </a:rPr>
              <a:t> Modify Database Using SQL Injection</a:t>
            </a:r>
          </a:p>
          <a:p>
            <a:pPr marL="241300" indent="-229235">
              <a:lnSpc>
                <a:spcPct val="100000"/>
              </a:lnSpc>
              <a:spcBef>
                <a:spcPts val="1325"/>
              </a:spcBef>
              <a:buFont typeface="Wingdings"/>
              <a:buChar char=""/>
              <a:tabLst>
                <a:tab pos="241935" algn="l"/>
              </a:tabLst>
            </a:pPr>
            <a:r>
              <a:rPr lang="en-GB" sz="2400" spc="15" dirty="0">
                <a:latin typeface="Times New Roman" panose="02020603050405020304" pitchFamily="18" charset="0"/>
                <a:cs typeface="Times New Roman" panose="02020603050405020304" pitchFamily="18" charset="0"/>
              </a:rPr>
              <a:t> Similarity With Other Code Injection</a:t>
            </a:r>
          </a:p>
          <a:p>
            <a:pPr marL="241300" indent="-229235">
              <a:lnSpc>
                <a:spcPct val="100000"/>
              </a:lnSpc>
              <a:spcBef>
                <a:spcPts val="1325"/>
              </a:spcBef>
              <a:buFont typeface="Wingdings"/>
              <a:buChar char=""/>
              <a:tabLst>
                <a:tab pos="241935" algn="l"/>
              </a:tabLst>
            </a:pPr>
            <a:r>
              <a:rPr lang="en-GB" sz="2400" spc="15" dirty="0">
                <a:latin typeface="Times New Roman" panose="02020603050405020304" pitchFamily="18" charset="0"/>
                <a:cs typeface="Times New Roman" panose="02020603050405020304" pitchFamily="18" charset="0"/>
              </a:rPr>
              <a:t> Countermeasure  </a:t>
            </a:r>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377369" y="146706"/>
            <a:ext cx="734244" cy="507442"/>
          </a:xfrm>
          <a:prstGeom prst="rect">
            <a:avLst/>
          </a:prstGeom>
        </p:spPr>
      </p:pic>
      <p:sp>
        <p:nvSpPr>
          <p:cNvPr id="9" name="Title 9"/>
          <p:cNvSpPr txBox="1">
            <a:spLocks/>
          </p:cNvSpPr>
          <p:nvPr/>
        </p:nvSpPr>
        <p:spPr>
          <a:xfrm>
            <a:off x="809897" y="0"/>
            <a:ext cx="8908869" cy="1108881"/>
          </a:xfrm>
          <a:prstGeom prst="rect">
            <a:avLst/>
          </a:prstGeom>
        </p:spPr>
        <p:txBody>
          <a:bodyPr vert="horz" lIns="91440" tIns="45720" rIns="91440" bIns="45720" rtlCol="0" anchor="b">
            <a:normAutofit fontScale="97500"/>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GB" sz="4000" b="1" dirty="0">
                <a:latin typeface="Times New Roman" panose="02020603050405020304" pitchFamily="18" charset="0"/>
                <a:cs typeface="Times New Roman" panose="02020603050405020304" pitchFamily="18" charset="0"/>
              </a:rPr>
              <a:t>Outline</a:t>
            </a:r>
          </a:p>
        </p:txBody>
      </p:sp>
      <p:sp>
        <p:nvSpPr>
          <p:cNvPr id="13" name="Slide Number Placeholder 12"/>
          <p:cNvSpPr>
            <a:spLocks noGrp="1"/>
          </p:cNvSpPr>
          <p:nvPr>
            <p:ph type="sldNum" sz="quarter" idx="12"/>
          </p:nvPr>
        </p:nvSpPr>
        <p:spPr/>
        <p:txBody>
          <a:bodyPr/>
          <a:lstStyle/>
          <a:p>
            <a:fld id="{13C51ED2-AC48-45BF-9843-B46461D80413}" type="slidenum">
              <a:rPr lang="en-US" b="1" smtClean="0">
                <a:solidFill>
                  <a:schemeClr val="tx1"/>
                </a:solidFill>
                <a:latin typeface="Times New Roman" panose="02020603050405020304" pitchFamily="18" charset="0"/>
                <a:cs typeface="Times New Roman" panose="02020603050405020304" pitchFamily="18" charset="0"/>
              </a:rPr>
              <a:t>2</a:t>
            </a:fld>
            <a:endParaRPr lang="en-US" b="1" dirty="0">
              <a:solidFill>
                <a:schemeClr val="tx1"/>
              </a:solidFill>
              <a:latin typeface="Times New Roman" panose="02020603050405020304" pitchFamily="18" charset="0"/>
              <a:cs typeface="Times New Roman" panose="02020603050405020304" pitchFamily="18" charset="0"/>
            </a:endParaRPr>
          </a:p>
        </p:txBody>
      </p:sp>
      <p:sp>
        <p:nvSpPr>
          <p:cNvPr id="14" name="Footer Placeholder 3"/>
          <p:cNvSpPr>
            <a:spLocks noGrp="1"/>
          </p:cNvSpPr>
          <p:nvPr>
            <p:ph type="ftr" sz="quarter" idx="11"/>
          </p:nvPr>
        </p:nvSpPr>
        <p:spPr>
          <a:xfrm>
            <a:off x="3413126" y="6355639"/>
            <a:ext cx="5197474" cy="365125"/>
          </a:xfrm>
        </p:spPr>
        <p:txBody>
          <a:bodyPr/>
          <a:lstStyle/>
          <a:p>
            <a:r>
              <a:rPr lang="en-GB" b="1" dirty="0">
                <a:solidFill>
                  <a:schemeClr val="tx1"/>
                </a:solidFill>
                <a:latin typeface="Times New Roman" panose="02020603050405020304" pitchFamily="18" charset="0"/>
                <a:cs typeface="Times New Roman" panose="02020603050405020304" pitchFamily="18" charset="0"/>
              </a:rPr>
              <a:t>NATIONAL UNIVERSITY OF COMPUTER &amp; EMERGING SCIENCES</a:t>
            </a:r>
            <a:endParaRPr lang="en-US"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452717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0629B">
            <a:alpha val="50000"/>
          </a:srgbClr>
        </a:solidFill>
        <a:effectLst/>
      </p:bgPr>
    </p:bg>
    <p:spTree>
      <p:nvGrpSpPr>
        <p:cNvPr id="1" name=""/>
        <p:cNvGrpSpPr/>
        <p:nvPr/>
      </p:nvGrpSpPr>
      <p:grpSpPr>
        <a:xfrm>
          <a:off x="0" y="0"/>
          <a:ext cx="0" cy="0"/>
          <a:chOff x="0" y="0"/>
          <a:chExt cx="0" cy="0"/>
        </a:xfrm>
      </p:grpSpPr>
      <p:grpSp>
        <p:nvGrpSpPr>
          <p:cNvPr id="10" name="object 10"/>
          <p:cNvGrpSpPr/>
          <p:nvPr/>
        </p:nvGrpSpPr>
        <p:grpSpPr>
          <a:xfrm>
            <a:off x="2912618" y="2086208"/>
            <a:ext cx="6756400" cy="1584455"/>
            <a:chOff x="446087" y="3055873"/>
            <a:chExt cx="6946900" cy="2244725"/>
          </a:xfrm>
          <a:solidFill>
            <a:schemeClr val="accent2"/>
          </a:solidFill>
        </p:grpSpPr>
        <p:sp>
          <p:nvSpPr>
            <p:cNvPr id="11" name="object 11"/>
            <p:cNvSpPr/>
            <p:nvPr/>
          </p:nvSpPr>
          <p:spPr>
            <a:xfrm>
              <a:off x="446087" y="3055873"/>
              <a:ext cx="6946900" cy="2244725"/>
            </a:xfrm>
            <a:custGeom>
              <a:avLst/>
              <a:gdLst/>
              <a:ahLst/>
              <a:cxnLst/>
              <a:rect l="l" t="t" r="r" b="b"/>
              <a:pathLst>
                <a:path w="6946900" h="2244725">
                  <a:moveTo>
                    <a:pt x="6946900" y="0"/>
                  </a:moveTo>
                  <a:lnTo>
                    <a:pt x="0" y="0"/>
                  </a:lnTo>
                  <a:lnTo>
                    <a:pt x="0" y="2244725"/>
                  </a:lnTo>
                  <a:lnTo>
                    <a:pt x="6946900" y="2244725"/>
                  </a:lnTo>
                  <a:lnTo>
                    <a:pt x="6946900" y="0"/>
                  </a:lnTo>
                  <a:close/>
                </a:path>
              </a:pathLst>
            </a:custGeom>
            <a:grpFill/>
          </p:spPr>
          <p:txBody>
            <a:bodyPr wrap="square" lIns="0" tIns="0" rIns="0" bIns="0" rtlCol="0"/>
            <a:lstStyle/>
            <a:p>
              <a:endParaRPr b="1">
                <a:latin typeface="Times New Roman" panose="02020603050405020304" pitchFamily="18" charset="0"/>
                <a:cs typeface="Times New Roman" panose="02020603050405020304" pitchFamily="18" charset="0"/>
              </a:endParaRPr>
            </a:p>
          </p:txBody>
        </p:sp>
        <p:sp>
          <p:nvSpPr>
            <p:cNvPr id="12" name="object 12"/>
            <p:cNvSpPr/>
            <p:nvPr/>
          </p:nvSpPr>
          <p:spPr>
            <a:xfrm>
              <a:off x="536575" y="3136899"/>
              <a:ext cx="6765925" cy="2082800"/>
            </a:xfrm>
            <a:custGeom>
              <a:avLst/>
              <a:gdLst/>
              <a:ahLst/>
              <a:cxnLst/>
              <a:rect l="l" t="t" r="r" b="b"/>
              <a:pathLst>
                <a:path w="6765925" h="2082800">
                  <a:moveTo>
                    <a:pt x="6764528" y="0"/>
                  </a:moveTo>
                  <a:lnTo>
                    <a:pt x="1422" y="0"/>
                  </a:lnTo>
                  <a:lnTo>
                    <a:pt x="0" y="1397"/>
                  </a:lnTo>
                  <a:lnTo>
                    <a:pt x="0" y="2081402"/>
                  </a:lnTo>
                  <a:lnTo>
                    <a:pt x="1422" y="2082800"/>
                  </a:lnTo>
                  <a:lnTo>
                    <a:pt x="6764528" y="2082800"/>
                  </a:lnTo>
                  <a:lnTo>
                    <a:pt x="6765925" y="2081402"/>
                  </a:lnTo>
                  <a:lnTo>
                    <a:pt x="6765925" y="2080641"/>
                  </a:lnTo>
                  <a:lnTo>
                    <a:pt x="2590" y="2080641"/>
                  </a:lnTo>
                  <a:lnTo>
                    <a:pt x="2120" y="2080260"/>
                  </a:lnTo>
                  <a:lnTo>
                    <a:pt x="2120" y="2539"/>
                  </a:lnTo>
                  <a:lnTo>
                    <a:pt x="2590" y="2159"/>
                  </a:lnTo>
                  <a:lnTo>
                    <a:pt x="6765925" y="2159"/>
                  </a:lnTo>
                  <a:lnTo>
                    <a:pt x="6765925" y="1397"/>
                  </a:lnTo>
                  <a:lnTo>
                    <a:pt x="6764528" y="0"/>
                  </a:lnTo>
                  <a:close/>
                </a:path>
                <a:path w="6765925" h="2082800">
                  <a:moveTo>
                    <a:pt x="6765925" y="2159"/>
                  </a:moveTo>
                  <a:lnTo>
                    <a:pt x="6763384" y="2159"/>
                  </a:lnTo>
                  <a:lnTo>
                    <a:pt x="6763766" y="2539"/>
                  </a:lnTo>
                  <a:lnTo>
                    <a:pt x="6763766" y="2080260"/>
                  </a:lnTo>
                  <a:lnTo>
                    <a:pt x="6763384" y="2080641"/>
                  </a:lnTo>
                  <a:lnTo>
                    <a:pt x="6765925" y="2080641"/>
                  </a:lnTo>
                  <a:lnTo>
                    <a:pt x="6765925" y="2159"/>
                  </a:lnTo>
                  <a:close/>
                </a:path>
                <a:path w="6765925" h="2082800">
                  <a:moveTo>
                    <a:pt x="6761733" y="4190"/>
                  </a:moveTo>
                  <a:lnTo>
                    <a:pt x="4229" y="4190"/>
                  </a:lnTo>
                  <a:lnTo>
                    <a:pt x="4229" y="2078608"/>
                  </a:lnTo>
                  <a:lnTo>
                    <a:pt x="6761733" y="2078608"/>
                  </a:lnTo>
                  <a:lnTo>
                    <a:pt x="6761733" y="2076450"/>
                  </a:lnTo>
                  <a:lnTo>
                    <a:pt x="6350" y="2076450"/>
                  </a:lnTo>
                  <a:lnTo>
                    <a:pt x="6350" y="6350"/>
                  </a:lnTo>
                  <a:lnTo>
                    <a:pt x="6761733" y="6350"/>
                  </a:lnTo>
                  <a:lnTo>
                    <a:pt x="6761733" y="4190"/>
                  </a:lnTo>
                  <a:close/>
                </a:path>
                <a:path w="6765925" h="2082800">
                  <a:moveTo>
                    <a:pt x="6761733" y="6350"/>
                  </a:moveTo>
                  <a:lnTo>
                    <a:pt x="6759575" y="6350"/>
                  </a:lnTo>
                  <a:lnTo>
                    <a:pt x="6759575" y="2076450"/>
                  </a:lnTo>
                  <a:lnTo>
                    <a:pt x="6761733" y="2076450"/>
                  </a:lnTo>
                  <a:lnTo>
                    <a:pt x="6761733" y="6350"/>
                  </a:lnTo>
                  <a:close/>
                </a:path>
              </a:pathLst>
            </a:custGeom>
            <a:grpFill/>
          </p:spPr>
          <p:txBody>
            <a:bodyPr wrap="square" lIns="0" tIns="0" rIns="0" bIns="0" rtlCol="0"/>
            <a:lstStyle/>
            <a:p>
              <a:endParaRPr b="1">
                <a:latin typeface="Times New Roman" panose="02020603050405020304" pitchFamily="18" charset="0"/>
                <a:cs typeface="Times New Roman" panose="02020603050405020304" pitchFamily="18" charset="0"/>
              </a:endParaRPr>
            </a:p>
          </p:txBody>
        </p:sp>
      </p:grpSp>
      <p:sp>
        <p:nvSpPr>
          <p:cNvPr id="14" name="object 14"/>
          <p:cNvSpPr txBox="1"/>
          <p:nvPr/>
        </p:nvSpPr>
        <p:spPr>
          <a:xfrm>
            <a:off x="2861882" y="2645753"/>
            <a:ext cx="6756400" cy="629018"/>
          </a:xfrm>
          <a:prstGeom prst="rect">
            <a:avLst/>
          </a:prstGeom>
        </p:spPr>
        <p:txBody>
          <a:bodyPr vert="horz" wrap="square" lIns="0" tIns="13335" rIns="0" bIns="0" rtlCol="0">
            <a:spAutoFit/>
          </a:bodyPr>
          <a:lstStyle/>
          <a:p>
            <a:pPr marL="12700" marR="5080" algn="ctr">
              <a:spcBef>
                <a:spcPts val="105"/>
              </a:spcBef>
            </a:pPr>
            <a:r>
              <a:rPr lang="en-GB" sz="4000" b="1" spc="15" dirty="0">
                <a:latin typeface="Times New Roman" panose="02020603050405020304" pitchFamily="18" charset="0"/>
                <a:cs typeface="Times New Roman" panose="02020603050405020304" pitchFamily="18" charset="0"/>
              </a:rPr>
              <a:t>What is SQL</a:t>
            </a:r>
          </a:p>
        </p:txBody>
      </p:sp>
      <p:pic>
        <p:nvPicPr>
          <p:cNvPr id="15" name="Picture 1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77369" y="120580"/>
            <a:ext cx="734244" cy="507442"/>
          </a:xfrm>
          <a:prstGeom prst="rect">
            <a:avLst/>
          </a:prstGeom>
        </p:spPr>
      </p:pic>
      <p:sp>
        <p:nvSpPr>
          <p:cNvPr id="5" name="Slide Number Placeholder 4"/>
          <p:cNvSpPr>
            <a:spLocks noGrp="1"/>
          </p:cNvSpPr>
          <p:nvPr>
            <p:ph type="sldNum" sz="quarter" idx="12"/>
          </p:nvPr>
        </p:nvSpPr>
        <p:spPr/>
        <p:txBody>
          <a:bodyPr/>
          <a:lstStyle/>
          <a:p>
            <a:fld id="{13C51ED2-AC48-45BF-9843-B46461D80413}" type="slidenum">
              <a:rPr lang="en-US" b="1" smtClean="0">
                <a:solidFill>
                  <a:schemeClr val="tx1"/>
                </a:solidFill>
                <a:latin typeface="Times New Roman" panose="02020603050405020304" pitchFamily="18" charset="0"/>
                <a:cs typeface="Times New Roman" panose="02020603050405020304" pitchFamily="18" charset="0"/>
              </a:rPr>
              <a:t>3</a:t>
            </a:fld>
            <a:endParaRPr lang="en-US" b="1">
              <a:solidFill>
                <a:schemeClr val="tx1"/>
              </a:solidFill>
              <a:latin typeface="Times New Roman" panose="02020603050405020304" pitchFamily="18" charset="0"/>
              <a:cs typeface="Times New Roman" panose="02020603050405020304" pitchFamily="18" charset="0"/>
            </a:endParaRPr>
          </a:p>
        </p:txBody>
      </p:sp>
      <p:sp>
        <p:nvSpPr>
          <p:cNvPr id="18" name="Footer Placeholder 3"/>
          <p:cNvSpPr>
            <a:spLocks noGrp="1"/>
          </p:cNvSpPr>
          <p:nvPr>
            <p:ph type="ftr" sz="quarter" idx="11"/>
          </p:nvPr>
        </p:nvSpPr>
        <p:spPr>
          <a:xfrm>
            <a:off x="3413126" y="6355639"/>
            <a:ext cx="5197474" cy="365125"/>
          </a:xfrm>
        </p:spPr>
        <p:txBody>
          <a:bodyPr/>
          <a:lstStyle/>
          <a:p>
            <a:r>
              <a:rPr lang="en-GB" b="1" dirty="0">
                <a:solidFill>
                  <a:schemeClr val="tx1"/>
                </a:solidFill>
                <a:latin typeface="Times New Roman" panose="02020603050405020304" pitchFamily="18" charset="0"/>
                <a:cs typeface="Times New Roman" panose="02020603050405020304" pitchFamily="18" charset="0"/>
              </a:rPr>
              <a:t>NATIONAL UNIVERSITY OF COMPUTER &amp; EMERGING SCIENCES</a:t>
            </a:r>
            <a:endParaRPr lang="en-US" b="1" dirty="0">
              <a:solidFill>
                <a:schemeClr val="tx1"/>
              </a:solidFill>
              <a:latin typeface="Times New Roman" panose="02020603050405020304" pitchFamily="18" charset="0"/>
              <a:cs typeface="Times New Roman" panose="02020603050405020304" pitchFamily="18" charset="0"/>
            </a:endParaRPr>
          </a:p>
        </p:txBody>
      </p:sp>
      <p:sp>
        <p:nvSpPr>
          <p:cNvPr id="16" name="Rounded Rectangle 15"/>
          <p:cNvSpPr/>
          <p:nvPr/>
        </p:nvSpPr>
        <p:spPr>
          <a:xfrm>
            <a:off x="2718188" y="3670663"/>
            <a:ext cx="7131203" cy="940526"/>
          </a:xfrm>
          <a:prstGeom prst="round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bject 5"/>
          <p:cNvSpPr txBox="1"/>
          <p:nvPr/>
        </p:nvSpPr>
        <p:spPr>
          <a:xfrm>
            <a:off x="2925681" y="3906249"/>
            <a:ext cx="6668395" cy="425116"/>
          </a:xfrm>
          <a:prstGeom prst="rect">
            <a:avLst/>
          </a:prstGeom>
        </p:spPr>
        <p:txBody>
          <a:bodyPr vert="horz" wrap="square" lIns="0" tIns="85725" rIns="0" bIns="0" rtlCol="0">
            <a:spAutoFit/>
          </a:bodyPr>
          <a:lstStyle/>
          <a:p>
            <a:pPr marL="12065" algn="ctr">
              <a:lnSpc>
                <a:spcPct val="100000"/>
              </a:lnSpc>
              <a:spcBef>
                <a:spcPts val="1325"/>
              </a:spcBef>
              <a:tabLst>
                <a:tab pos="241935" algn="l"/>
              </a:tabLst>
            </a:pPr>
            <a:r>
              <a:rPr lang="en-US" sz="2200" b="1" spc="15" dirty="0">
                <a:latin typeface="Times New Roman" panose="02020603050405020304" pitchFamily="18" charset="0"/>
                <a:cs typeface="Times New Roman" panose="02020603050405020304" pitchFamily="18" charset="0"/>
              </a:rPr>
              <a:t>Brief Description about SQL</a:t>
            </a:r>
          </a:p>
        </p:txBody>
      </p:sp>
    </p:spTree>
    <p:extLst>
      <p:ext uri="{BB962C8B-B14F-4D97-AF65-F5344CB8AC3E}">
        <p14:creationId xmlns:p14="http://schemas.microsoft.com/office/powerpoint/2010/main" val="40924809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0629B">
            <a:alpha val="50000"/>
          </a:srgbClr>
        </a:solidFill>
        <a:effectLst/>
      </p:bgPr>
    </p:bg>
    <p:spTree>
      <p:nvGrpSpPr>
        <p:cNvPr id="1" name=""/>
        <p:cNvGrpSpPr/>
        <p:nvPr/>
      </p:nvGrpSpPr>
      <p:grpSpPr>
        <a:xfrm>
          <a:off x="0" y="0"/>
          <a:ext cx="0" cy="0"/>
          <a:chOff x="0" y="0"/>
          <a:chExt cx="0" cy="0"/>
        </a:xfrm>
      </p:grpSpPr>
      <p:sp>
        <p:nvSpPr>
          <p:cNvPr id="2" name="object 2"/>
          <p:cNvSpPr/>
          <p:nvPr/>
        </p:nvSpPr>
        <p:spPr>
          <a:xfrm>
            <a:off x="992777" y="1240971"/>
            <a:ext cx="10115202" cy="4833258"/>
          </a:xfrm>
          <a:prstGeom prst="rect">
            <a:avLst/>
          </a:prstGeom>
          <a:blipFill>
            <a:blip r:embed="rId2" cstate="print"/>
            <a:stretch>
              <a:fillRect/>
            </a:stretch>
          </a:blip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377369" y="146706"/>
            <a:ext cx="734244" cy="507442"/>
          </a:xfrm>
          <a:prstGeom prst="rect">
            <a:avLst/>
          </a:prstGeom>
        </p:spPr>
      </p:pic>
      <p:sp>
        <p:nvSpPr>
          <p:cNvPr id="9" name="Title 9"/>
          <p:cNvSpPr txBox="1">
            <a:spLocks/>
          </p:cNvSpPr>
          <p:nvPr/>
        </p:nvSpPr>
        <p:spPr>
          <a:xfrm>
            <a:off x="809897" y="0"/>
            <a:ext cx="8908869" cy="1108881"/>
          </a:xfrm>
          <a:prstGeom prst="rect">
            <a:avLst/>
          </a:prstGeom>
        </p:spPr>
        <p:txBody>
          <a:bodyPr vert="horz" lIns="91440" tIns="45720" rIns="91440" bIns="45720" rtlCol="0" anchor="b">
            <a:normAutofit fontScale="97500"/>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GB" sz="4000" b="1" dirty="0">
                <a:latin typeface="Times New Roman" panose="02020603050405020304" pitchFamily="18" charset="0"/>
                <a:cs typeface="Times New Roman" panose="02020603050405020304" pitchFamily="18" charset="0"/>
              </a:rPr>
              <a:t>Web Application Architecture</a:t>
            </a:r>
          </a:p>
        </p:txBody>
      </p:sp>
      <p:sp>
        <p:nvSpPr>
          <p:cNvPr id="13" name="Slide Number Placeholder 12"/>
          <p:cNvSpPr>
            <a:spLocks noGrp="1"/>
          </p:cNvSpPr>
          <p:nvPr>
            <p:ph type="sldNum" sz="quarter" idx="12"/>
          </p:nvPr>
        </p:nvSpPr>
        <p:spPr/>
        <p:txBody>
          <a:bodyPr/>
          <a:lstStyle/>
          <a:p>
            <a:fld id="{13C51ED2-AC48-45BF-9843-B46461D80413}" type="slidenum">
              <a:rPr lang="en-US" b="1" smtClean="0">
                <a:solidFill>
                  <a:schemeClr val="tx1"/>
                </a:solidFill>
                <a:latin typeface="Times New Roman" panose="02020603050405020304" pitchFamily="18" charset="0"/>
                <a:cs typeface="Times New Roman" panose="02020603050405020304" pitchFamily="18" charset="0"/>
              </a:rPr>
              <a:t>4</a:t>
            </a:fld>
            <a:endParaRPr lang="en-US" b="1" dirty="0">
              <a:solidFill>
                <a:schemeClr val="tx1"/>
              </a:solidFill>
              <a:latin typeface="Times New Roman" panose="02020603050405020304" pitchFamily="18" charset="0"/>
              <a:cs typeface="Times New Roman" panose="02020603050405020304" pitchFamily="18" charset="0"/>
            </a:endParaRPr>
          </a:p>
        </p:txBody>
      </p:sp>
      <p:sp>
        <p:nvSpPr>
          <p:cNvPr id="14" name="Footer Placeholder 3"/>
          <p:cNvSpPr>
            <a:spLocks noGrp="1"/>
          </p:cNvSpPr>
          <p:nvPr>
            <p:ph type="ftr" sz="quarter" idx="11"/>
          </p:nvPr>
        </p:nvSpPr>
        <p:spPr>
          <a:xfrm>
            <a:off x="3413126" y="6355639"/>
            <a:ext cx="5197474" cy="365125"/>
          </a:xfrm>
        </p:spPr>
        <p:txBody>
          <a:bodyPr/>
          <a:lstStyle/>
          <a:p>
            <a:r>
              <a:rPr lang="en-GB" b="1" dirty="0">
                <a:solidFill>
                  <a:schemeClr val="tx1"/>
                </a:solidFill>
                <a:latin typeface="Times New Roman" panose="02020603050405020304" pitchFamily="18" charset="0"/>
                <a:cs typeface="Times New Roman" panose="02020603050405020304" pitchFamily="18" charset="0"/>
              </a:rPr>
              <a:t>NATIONAL UNIVERSITY OF COMPUTER &amp; EMERGING SCIENCES</a:t>
            </a:r>
            <a:endParaRPr lang="en-US" b="1" dirty="0">
              <a:solidFill>
                <a:schemeClr val="tx1"/>
              </a:solidFill>
              <a:latin typeface="Times New Roman" panose="02020603050405020304" pitchFamily="18" charset="0"/>
              <a:cs typeface="Times New Roman" panose="02020603050405020304" pitchFamily="18" charset="0"/>
            </a:endParaRPr>
          </a:p>
        </p:txBody>
      </p:sp>
      <p:pic>
        <p:nvPicPr>
          <p:cNvPr id="3" name="Picture 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119538" y="1889379"/>
            <a:ext cx="8054451" cy="2943878"/>
          </a:xfrm>
          <a:prstGeom prst="rect">
            <a:avLst/>
          </a:prstGeom>
        </p:spPr>
      </p:pic>
    </p:spTree>
    <p:extLst>
      <p:ext uri="{BB962C8B-B14F-4D97-AF65-F5344CB8AC3E}">
        <p14:creationId xmlns:p14="http://schemas.microsoft.com/office/powerpoint/2010/main" val="20822140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0629B">
            <a:alpha val="50000"/>
          </a:srgbClr>
        </a:solidFill>
        <a:effectLst/>
      </p:bgPr>
    </p:bg>
    <p:spTree>
      <p:nvGrpSpPr>
        <p:cNvPr id="1" name=""/>
        <p:cNvGrpSpPr/>
        <p:nvPr/>
      </p:nvGrpSpPr>
      <p:grpSpPr>
        <a:xfrm>
          <a:off x="0" y="0"/>
          <a:ext cx="0" cy="0"/>
          <a:chOff x="0" y="0"/>
          <a:chExt cx="0" cy="0"/>
        </a:xfrm>
      </p:grpSpPr>
      <p:sp>
        <p:nvSpPr>
          <p:cNvPr id="2" name="object 2"/>
          <p:cNvSpPr/>
          <p:nvPr/>
        </p:nvSpPr>
        <p:spPr>
          <a:xfrm>
            <a:off x="992777" y="1240971"/>
            <a:ext cx="10115202" cy="4833258"/>
          </a:xfrm>
          <a:prstGeom prst="rect">
            <a:avLst/>
          </a:prstGeom>
          <a:blipFill>
            <a:blip r:embed="rId2" cstate="print"/>
            <a:stretch>
              <a:fillRect/>
            </a:stretch>
          </a:blip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377369" y="146706"/>
            <a:ext cx="734244" cy="507442"/>
          </a:xfrm>
          <a:prstGeom prst="rect">
            <a:avLst/>
          </a:prstGeom>
        </p:spPr>
      </p:pic>
      <p:sp>
        <p:nvSpPr>
          <p:cNvPr id="9" name="Title 9"/>
          <p:cNvSpPr txBox="1">
            <a:spLocks/>
          </p:cNvSpPr>
          <p:nvPr/>
        </p:nvSpPr>
        <p:spPr>
          <a:xfrm>
            <a:off x="809897" y="0"/>
            <a:ext cx="8908869" cy="1108881"/>
          </a:xfrm>
          <a:prstGeom prst="rect">
            <a:avLst/>
          </a:prstGeom>
        </p:spPr>
        <p:txBody>
          <a:bodyPr vert="horz" lIns="91440" tIns="45720" rIns="91440" bIns="45720" rtlCol="0" anchor="b">
            <a:normAutofit fontScale="97500"/>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GB" sz="4000" b="1" dirty="0">
                <a:latin typeface="Times New Roman" panose="02020603050405020304" pitchFamily="18" charset="0"/>
                <a:cs typeface="Times New Roman" panose="02020603050405020304" pitchFamily="18" charset="0"/>
              </a:rPr>
              <a:t>Database Docker’s File</a:t>
            </a:r>
          </a:p>
        </p:txBody>
      </p:sp>
      <p:sp>
        <p:nvSpPr>
          <p:cNvPr id="13" name="Slide Number Placeholder 12"/>
          <p:cNvSpPr>
            <a:spLocks noGrp="1"/>
          </p:cNvSpPr>
          <p:nvPr>
            <p:ph type="sldNum" sz="quarter" idx="12"/>
          </p:nvPr>
        </p:nvSpPr>
        <p:spPr/>
        <p:txBody>
          <a:bodyPr/>
          <a:lstStyle/>
          <a:p>
            <a:fld id="{13C51ED2-AC48-45BF-9843-B46461D80413}" type="slidenum">
              <a:rPr lang="en-US" b="1" smtClean="0">
                <a:solidFill>
                  <a:schemeClr val="tx1"/>
                </a:solidFill>
                <a:latin typeface="Times New Roman" panose="02020603050405020304" pitchFamily="18" charset="0"/>
                <a:cs typeface="Times New Roman" panose="02020603050405020304" pitchFamily="18" charset="0"/>
              </a:rPr>
              <a:t>5</a:t>
            </a:fld>
            <a:endParaRPr lang="en-US" b="1" dirty="0">
              <a:solidFill>
                <a:schemeClr val="tx1"/>
              </a:solidFill>
              <a:latin typeface="Times New Roman" panose="02020603050405020304" pitchFamily="18" charset="0"/>
              <a:cs typeface="Times New Roman" panose="02020603050405020304" pitchFamily="18" charset="0"/>
            </a:endParaRPr>
          </a:p>
        </p:txBody>
      </p:sp>
      <p:sp>
        <p:nvSpPr>
          <p:cNvPr id="14" name="Footer Placeholder 3"/>
          <p:cNvSpPr>
            <a:spLocks noGrp="1"/>
          </p:cNvSpPr>
          <p:nvPr>
            <p:ph type="ftr" sz="quarter" idx="11"/>
          </p:nvPr>
        </p:nvSpPr>
        <p:spPr>
          <a:xfrm>
            <a:off x="3413126" y="6355639"/>
            <a:ext cx="5197474" cy="365125"/>
          </a:xfrm>
        </p:spPr>
        <p:txBody>
          <a:bodyPr/>
          <a:lstStyle/>
          <a:p>
            <a:r>
              <a:rPr lang="en-GB" b="1" dirty="0">
                <a:solidFill>
                  <a:schemeClr val="tx1"/>
                </a:solidFill>
                <a:latin typeface="Times New Roman" panose="02020603050405020304" pitchFamily="18" charset="0"/>
                <a:cs typeface="Times New Roman" panose="02020603050405020304" pitchFamily="18" charset="0"/>
              </a:rPr>
              <a:t>NATIONAL UNIVERSITY OF COMPUTER &amp; EMERGING SCIENCES</a:t>
            </a:r>
            <a:endParaRPr lang="en-US" b="1" dirty="0">
              <a:solidFill>
                <a:schemeClr val="tx1"/>
              </a:solidFill>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182670" y="2130886"/>
            <a:ext cx="7741864" cy="3068132"/>
          </a:xfrm>
          <a:prstGeom prst="rect">
            <a:avLst/>
          </a:prstGeom>
        </p:spPr>
      </p:pic>
    </p:spTree>
    <p:extLst>
      <p:ext uri="{BB962C8B-B14F-4D97-AF65-F5344CB8AC3E}">
        <p14:creationId xmlns:p14="http://schemas.microsoft.com/office/powerpoint/2010/main" val="7968102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0629B">
            <a:alpha val="50000"/>
          </a:srgbClr>
        </a:solidFill>
        <a:effectLst/>
      </p:bgPr>
    </p:bg>
    <p:spTree>
      <p:nvGrpSpPr>
        <p:cNvPr id="1" name=""/>
        <p:cNvGrpSpPr/>
        <p:nvPr/>
      </p:nvGrpSpPr>
      <p:grpSpPr>
        <a:xfrm>
          <a:off x="0" y="0"/>
          <a:ext cx="0" cy="0"/>
          <a:chOff x="0" y="0"/>
          <a:chExt cx="0" cy="0"/>
        </a:xfrm>
      </p:grpSpPr>
      <p:sp>
        <p:nvSpPr>
          <p:cNvPr id="2" name="object 2"/>
          <p:cNvSpPr/>
          <p:nvPr/>
        </p:nvSpPr>
        <p:spPr>
          <a:xfrm>
            <a:off x="992777" y="1240971"/>
            <a:ext cx="10115202" cy="4833258"/>
          </a:xfrm>
          <a:prstGeom prst="rect">
            <a:avLst/>
          </a:prstGeom>
          <a:blipFill>
            <a:blip r:embed="rId2" cstate="print"/>
            <a:stretch>
              <a:fillRect/>
            </a:stretch>
          </a:blip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377369" y="146706"/>
            <a:ext cx="734244" cy="507442"/>
          </a:xfrm>
          <a:prstGeom prst="rect">
            <a:avLst/>
          </a:prstGeom>
        </p:spPr>
      </p:pic>
      <p:sp>
        <p:nvSpPr>
          <p:cNvPr id="9" name="Title 9"/>
          <p:cNvSpPr txBox="1">
            <a:spLocks/>
          </p:cNvSpPr>
          <p:nvPr/>
        </p:nvSpPr>
        <p:spPr>
          <a:xfrm>
            <a:off x="809897" y="0"/>
            <a:ext cx="8908869" cy="1108881"/>
          </a:xfrm>
          <a:prstGeom prst="rect">
            <a:avLst/>
          </a:prstGeom>
        </p:spPr>
        <p:txBody>
          <a:bodyPr vert="horz" lIns="91440" tIns="45720" rIns="91440" bIns="45720" rtlCol="0" anchor="b">
            <a:normAutofit fontScale="97500"/>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GB" sz="4000" b="1" dirty="0">
                <a:latin typeface="Times New Roman" panose="02020603050405020304" pitchFamily="18" charset="0"/>
                <a:cs typeface="Times New Roman" panose="02020603050405020304" pitchFamily="18" charset="0"/>
              </a:rPr>
              <a:t>The docker-compose.yml file</a:t>
            </a:r>
          </a:p>
        </p:txBody>
      </p:sp>
      <p:sp>
        <p:nvSpPr>
          <p:cNvPr id="13" name="Slide Number Placeholder 12"/>
          <p:cNvSpPr>
            <a:spLocks noGrp="1"/>
          </p:cNvSpPr>
          <p:nvPr>
            <p:ph type="sldNum" sz="quarter" idx="12"/>
          </p:nvPr>
        </p:nvSpPr>
        <p:spPr/>
        <p:txBody>
          <a:bodyPr/>
          <a:lstStyle/>
          <a:p>
            <a:fld id="{13C51ED2-AC48-45BF-9843-B46461D80413}" type="slidenum">
              <a:rPr lang="en-US" b="1" smtClean="0">
                <a:solidFill>
                  <a:schemeClr val="tx1"/>
                </a:solidFill>
                <a:latin typeface="Times New Roman" panose="02020603050405020304" pitchFamily="18" charset="0"/>
                <a:cs typeface="Times New Roman" panose="02020603050405020304" pitchFamily="18" charset="0"/>
              </a:rPr>
              <a:t>6</a:t>
            </a:fld>
            <a:endParaRPr lang="en-US" b="1" dirty="0">
              <a:solidFill>
                <a:schemeClr val="tx1"/>
              </a:solidFill>
              <a:latin typeface="Times New Roman" panose="02020603050405020304" pitchFamily="18" charset="0"/>
              <a:cs typeface="Times New Roman" panose="02020603050405020304" pitchFamily="18" charset="0"/>
            </a:endParaRPr>
          </a:p>
        </p:txBody>
      </p:sp>
      <p:sp>
        <p:nvSpPr>
          <p:cNvPr id="14" name="Footer Placeholder 3"/>
          <p:cNvSpPr>
            <a:spLocks noGrp="1"/>
          </p:cNvSpPr>
          <p:nvPr>
            <p:ph type="ftr" sz="quarter" idx="11"/>
          </p:nvPr>
        </p:nvSpPr>
        <p:spPr>
          <a:xfrm>
            <a:off x="3413126" y="6355639"/>
            <a:ext cx="5197474" cy="365125"/>
          </a:xfrm>
        </p:spPr>
        <p:txBody>
          <a:bodyPr/>
          <a:lstStyle/>
          <a:p>
            <a:r>
              <a:rPr lang="en-GB" b="1" dirty="0">
                <a:solidFill>
                  <a:schemeClr val="tx1"/>
                </a:solidFill>
                <a:latin typeface="Times New Roman" panose="02020603050405020304" pitchFamily="18" charset="0"/>
                <a:cs typeface="Times New Roman" panose="02020603050405020304" pitchFamily="18" charset="0"/>
              </a:rPr>
              <a:t>NATIONAL UNIVERSITY OF COMPUTER &amp; EMERGING SCIENCES</a:t>
            </a:r>
            <a:endParaRPr lang="en-US" b="1" dirty="0">
              <a:solidFill>
                <a:schemeClr val="tx1"/>
              </a:solidFill>
              <a:latin typeface="Times New Roman" panose="02020603050405020304" pitchFamily="18" charset="0"/>
              <a:cs typeface="Times New Roman" panose="02020603050405020304" pitchFamily="18" charset="0"/>
            </a:endParaRPr>
          </a:p>
        </p:txBody>
      </p:sp>
      <p:pic>
        <p:nvPicPr>
          <p:cNvPr id="3" name="Picture 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82219" y="1581385"/>
            <a:ext cx="8710750" cy="3944203"/>
          </a:xfrm>
          <a:prstGeom prst="rect">
            <a:avLst/>
          </a:prstGeom>
        </p:spPr>
      </p:pic>
    </p:spTree>
    <p:extLst>
      <p:ext uri="{BB962C8B-B14F-4D97-AF65-F5344CB8AC3E}">
        <p14:creationId xmlns:p14="http://schemas.microsoft.com/office/powerpoint/2010/main" val="15205554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0629B">
            <a:alpha val="50000"/>
          </a:srgbClr>
        </a:solidFill>
        <a:effectLst/>
      </p:bgPr>
    </p:bg>
    <p:spTree>
      <p:nvGrpSpPr>
        <p:cNvPr id="1" name=""/>
        <p:cNvGrpSpPr/>
        <p:nvPr/>
      </p:nvGrpSpPr>
      <p:grpSpPr>
        <a:xfrm>
          <a:off x="0" y="0"/>
          <a:ext cx="0" cy="0"/>
          <a:chOff x="0" y="0"/>
          <a:chExt cx="0" cy="0"/>
        </a:xfrm>
      </p:grpSpPr>
      <p:sp>
        <p:nvSpPr>
          <p:cNvPr id="2" name="object 2"/>
          <p:cNvSpPr/>
          <p:nvPr/>
        </p:nvSpPr>
        <p:spPr>
          <a:xfrm>
            <a:off x="992777" y="1240971"/>
            <a:ext cx="10115202" cy="4833258"/>
          </a:xfrm>
          <a:prstGeom prst="rect">
            <a:avLst/>
          </a:prstGeom>
          <a:blipFill>
            <a:blip r:embed="rId2" cstate="print"/>
            <a:stretch>
              <a:fillRect/>
            </a:stretch>
          </a:blip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377369" y="146706"/>
            <a:ext cx="734244" cy="507442"/>
          </a:xfrm>
          <a:prstGeom prst="rect">
            <a:avLst/>
          </a:prstGeom>
        </p:spPr>
      </p:pic>
      <p:sp>
        <p:nvSpPr>
          <p:cNvPr id="9" name="Title 9"/>
          <p:cNvSpPr txBox="1">
            <a:spLocks/>
          </p:cNvSpPr>
          <p:nvPr/>
        </p:nvSpPr>
        <p:spPr>
          <a:xfrm>
            <a:off x="809897" y="0"/>
            <a:ext cx="8908869" cy="1108881"/>
          </a:xfrm>
          <a:prstGeom prst="rect">
            <a:avLst/>
          </a:prstGeom>
        </p:spPr>
        <p:txBody>
          <a:bodyPr vert="horz" lIns="91440" tIns="45720" rIns="91440" bIns="45720" rtlCol="0" anchor="b">
            <a:normAutofit fontScale="97500"/>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GB" sz="4000" b="1" dirty="0">
                <a:latin typeface="Times New Roman" panose="02020603050405020304" pitchFamily="18" charset="0"/>
                <a:cs typeface="Times New Roman" panose="02020603050405020304" pitchFamily="18" charset="0"/>
              </a:rPr>
              <a:t>Show all the databases</a:t>
            </a:r>
          </a:p>
        </p:txBody>
      </p:sp>
      <p:sp>
        <p:nvSpPr>
          <p:cNvPr id="13" name="Slide Number Placeholder 12"/>
          <p:cNvSpPr>
            <a:spLocks noGrp="1"/>
          </p:cNvSpPr>
          <p:nvPr>
            <p:ph type="sldNum" sz="quarter" idx="12"/>
          </p:nvPr>
        </p:nvSpPr>
        <p:spPr/>
        <p:txBody>
          <a:bodyPr/>
          <a:lstStyle/>
          <a:p>
            <a:fld id="{13C51ED2-AC48-45BF-9843-B46461D80413}" type="slidenum">
              <a:rPr lang="en-US" b="1" smtClean="0">
                <a:solidFill>
                  <a:schemeClr val="tx1"/>
                </a:solidFill>
                <a:latin typeface="Times New Roman" panose="02020603050405020304" pitchFamily="18" charset="0"/>
                <a:cs typeface="Times New Roman" panose="02020603050405020304" pitchFamily="18" charset="0"/>
              </a:rPr>
              <a:t>7</a:t>
            </a:fld>
            <a:endParaRPr lang="en-US" b="1" dirty="0">
              <a:solidFill>
                <a:schemeClr val="tx1"/>
              </a:solidFill>
              <a:latin typeface="Times New Roman" panose="02020603050405020304" pitchFamily="18" charset="0"/>
              <a:cs typeface="Times New Roman" panose="02020603050405020304" pitchFamily="18" charset="0"/>
            </a:endParaRPr>
          </a:p>
        </p:txBody>
      </p:sp>
      <p:sp>
        <p:nvSpPr>
          <p:cNvPr id="14" name="Footer Placeholder 3"/>
          <p:cNvSpPr>
            <a:spLocks noGrp="1"/>
          </p:cNvSpPr>
          <p:nvPr>
            <p:ph type="ftr" sz="quarter" idx="11"/>
          </p:nvPr>
        </p:nvSpPr>
        <p:spPr>
          <a:xfrm>
            <a:off x="3413126" y="6355639"/>
            <a:ext cx="5197474" cy="365125"/>
          </a:xfrm>
        </p:spPr>
        <p:txBody>
          <a:bodyPr/>
          <a:lstStyle/>
          <a:p>
            <a:r>
              <a:rPr lang="en-GB" b="1" dirty="0">
                <a:solidFill>
                  <a:schemeClr val="tx1"/>
                </a:solidFill>
                <a:latin typeface="Times New Roman" panose="02020603050405020304" pitchFamily="18" charset="0"/>
                <a:cs typeface="Times New Roman" panose="02020603050405020304" pitchFamily="18" charset="0"/>
              </a:rPr>
              <a:t>NATIONAL UNIVERSITY OF COMPUTER &amp; EMERGING SCIENCES</a:t>
            </a:r>
            <a:endParaRPr lang="en-US" b="1" dirty="0">
              <a:solidFill>
                <a:schemeClr val="tx1"/>
              </a:solidFill>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rotWithShape="1">
          <a:blip r:embed="rId4">
            <a:extLst>
              <a:ext uri="{28A0092B-C50C-407E-A947-70E740481C1C}">
                <a14:useLocalDpi xmlns:a14="http://schemas.microsoft.com/office/drawing/2010/main" val="0"/>
              </a:ext>
            </a:extLst>
          </a:blip>
          <a:srcRect r="3787"/>
          <a:stretch/>
        </p:blipFill>
        <p:spPr>
          <a:xfrm>
            <a:off x="3970670" y="1603438"/>
            <a:ext cx="4820632" cy="4108323"/>
          </a:xfrm>
          <a:prstGeom prst="rect">
            <a:avLst/>
          </a:prstGeom>
        </p:spPr>
      </p:pic>
    </p:spTree>
    <p:extLst>
      <p:ext uri="{BB962C8B-B14F-4D97-AF65-F5344CB8AC3E}">
        <p14:creationId xmlns:p14="http://schemas.microsoft.com/office/powerpoint/2010/main" val="20644071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0629B">
            <a:alpha val="50000"/>
          </a:srgbClr>
        </a:solidFill>
        <a:effectLst/>
      </p:bgPr>
    </p:bg>
    <p:spTree>
      <p:nvGrpSpPr>
        <p:cNvPr id="1" name=""/>
        <p:cNvGrpSpPr/>
        <p:nvPr/>
      </p:nvGrpSpPr>
      <p:grpSpPr>
        <a:xfrm>
          <a:off x="0" y="0"/>
          <a:ext cx="0" cy="0"/>
          <a:chOff x="0" y="0"/>
          <a:chExt cx="0" cy="0"/>
        </a:xfrm>
      </p:grpSpPr>
      <p:sp>
        <p:nvSpPr>
          <p:cNvPr id="2" name="object 2"/>
          <p:cNvSpPr/>
          <p:nvPr/>
        </p:nvSpPr>
        <p:spPr>
          <a:xfrm>
            <a:off x="992777" y="1240971"/>
            <a:ext cx="10115202" cy="4833258"/>
          </a:xfrm>
          <a:prstGeom prst="rect">
            <a:avLst/>
          </a:prstGeom>
          <a:blipFill>
            <a:blip r:embed="rId2" cstate="print"/>
            <a:stretch>
              <a:fillRect/>
            </a:stretch>
          </a:blip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377369" y="146706"/>
            <a:ext cx="734244" cy="507442"/>
          </a:xfrm>
          <a:prstGeom prst="rect">
            <a:avLst/>
          </a:prstGeom>
        </p:spPr>
      </p:pic>
      <p:sp>
        <p:nvSpPr>
          <p:cNvPr id="9" name="Title 9"/>
          <p:cNvSpPr txBox="1">
            <a:spLocks/>
          </p:cNvSpPr>
          <p:nvPr/>
        </p:nvSpPr>
        <p:spPr>
          <a:xfrm>
            <a:off x="809897" y="0"/>
            <a:ext cx="8908869" cy="1108881"/>
          </a:xfrm>
          <a:prstGeom prst="rect">
            <a:avLst/>
          </a:prstGeom>
        </p:spPr>
        <p:txBody>
          <a:bodyPr vert="horz" lIns="91440" tIns="45720" rIns="91440" bIns="45720" rtlCol="0" anchor="b">
            <a:normAutofit fontScale="97500"/>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GB" sz="4000" b="1" dirty="0">
                <a:latin typeface="Times New Roman" panose="02020603050405020304" pitchFamily="18" charset="0"/>
                <a:cs typeface="Times New Roman" panose="02020603050405020304" pitchFamily="18" charset="0"/>
              </a:rPr>
              <a:t>Create Database</a:t>
            </a:r>
          </a:p>
        </p:txBody>
      </p:sp>
      <p:sp>
        <p:nvSpPr>
          <p:cNvPr id="13" name="Slide Number Placeholder 12"/>
          <p:cNvSpPr>
            <a:spLocks noGrp="1"/>
          </p:cNvSpPr>
          <p:nvPr>
            <p:ph type="sldNum" sz="quarter" idx="12"/>
          </p:nvPr>
        </p:nvSpPr>
        <p:spPr/>
        <p:txBody>
          <a:bodyPr/>
          <a:lstStyle/>
          <a:p>
            <a:fld id="{13C51ED2-AC48-45BF-9843-B46461D80413}" type="slidenum">
              <a:rPr lang="en-US" b="1" smtClean="0">
                <a:solidFill>
                  <a:schemeClr val="tx1"/>
                </a:solidFill>
                <a:latin typeface="Times New Roman" panose="02020603050405020304" pitchFamily="18" charset="0"/>
                <a:cs typeface="Times New Roman" panose="02020603050405020304" pitchFamily="18" charset="0"/>
              </a:rPr>
              <a:t>8</a:t>
            </a:fld>
            <a:endParaRPr lang="en-US" b="1" dirty="0">
              <a:solidFill>
                <a:schemeClr val="tx1"/>
              </a:solidFill>
              <a:latin typeface="Times New Roman" panose="02020603050405020304" pitchFamily="18" charset="0"/>
              <a:cs typeface="Times New Roman" panose="02020603050405020304" pitchFamily="18" charset="0"/>
            </a:endParaRPr>
          </a:p>
        </p:txBody>
      </p:sp>
      <p:sp>
        <p:nvSpPr>
          <p:cNvPr id="14" name="Footer Placeholder 3"/>
          <p:cNvSpPr>
            <a:spLocks noGrp="1"/>
          </p:cNvSpPr>
          <p:nvPr>
            <p:ph type="ftr" sz="quarter" idx="11"/>
          </p:nvPr>
        </p:nvSpPr>
        <p:spPr>
          <a:xfrm>
            <a:off x="3413126" y="6355639"/>
            <a:ext cx="5197474" cy="365125"/>
          </a:xfrm>
        </p:spPr>
        <p:txBody>
          <a:bodyPr/>
          <a:lstStyle/>
          <a:p>
            <a:r>
              <a:rPr lang="en-GB" b="1" dirty="0">
                <a:solidFill>
                  <a:schemeClr val="tx1"/>
                </a:solidFill>
                <a:latin typeface="Times New Roman" panose="02020603050405020304" pitchFamily="18" charset="0"/>
                <a:cs typeface="Times New Roman" panose="02020603050405020304" pitchFamily="18" charset="0"/>
              </a:rPr>
              <a:t>NATIONAL UNIVERSITY OF COMPUTER &amp; EMERGING SCIENCES</a:t>
            </a:r>
            <a:endParaRPr lang="en-US" b="1" dirty="0">
              <a:solidFill>
                <a:schemeClr val="tx1"/>
              </a:solidFill>
              <a:latin typeface="Times New Roman" panose="02020603050405020304" pitchFamily="18" charset="0"/>
              <a:cs typeface="Times New Roman" panose="02020603050405020304" pitchFamily="18" charset="0"/>
            </a:endParaRPr>
          </a:p>
        </p:txBody>
      </p:sp>
      <p:pic>
        <p:nvPicPr>
          <p:cNvPr id="3" name="Picture 2"/>
          <p:cNvPicPr>
            <a:picLocks noChangeAspect="1"/>
          </p:cNvPicPr>
          <p:nvPr/>
        </p:nvPicPr>
        <p:blipFill rotWithShape="1">
          <a:blip r:embed="rId4">
            <a:extLst>
              <a:ext uri="{28A0092B-C50C-407E-A947-70E740481C1C}">
                <a14:useLocalDpi xmlns:a14="http://schemas.microsoft.com/office/drawing/2010/main" val="0"/>
              </a:ext>
            </a:extLst>
          </a:blip>
          <a:srcRect l="2298" r="5455"/>
          <a:stretch/>
        </p:blipFill>
        <p:spPr>
          <a:xfrm>
            <a:off x="4168238" y="1565335"/>
            <a:ext cx="3764280" cy="4184530"/>
          </a:xfrm>
          <a:prstGeom prst="rect">
            <a:avLst/>
          </a:prstGeom>
        </p:spPr>
      </p:pic>
    </p:spTree>
    <p:extLst>
      <p:ext uri="{BB962C8B-B14F-4D97-AF65-F5344CB8AC3E}">
        <p14:creationId xmlns:p14="http://schemas.microsoft.com/office/powerpoint/2010/main" val="7686299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0629B">
            <a:alpha val="50000"/>
          </a:srgbClr>
        </a:solidFill>
        <a:effectLst/>
      </p:bgPr>
    </p:bg>
    <p:spTree>
      <p:nvGrpSpPr>
        <p:cNvPr id="1" name=""/>
        <p:cNvGrpSpPr/>
        <p:nvPr/>
      </p:nvGrpSpPr>
      <p:grpSpPr>
        <a:xfrm>
          <a:off x="0" y="0"/>
          <a:ext cx="0" cy="0"/>
          <a:chOff x="0" y="0"/>
          <a:chExt cx="0" cy="0"/>
        </a:xfrm>
      </p:grpSpPr>
      <p:sp>
        <p:nvSpPr>
          <p:cNvPr id="2" name="object 2"/>
          <p:cNvSpPr/>
          <p:nvPr/>
        </p:nvSpPr>
        <p:spPr>
          <a:xfrm>
            <a:off x="940526" y="1227908"/>
            <a:ext cx="10115202" cy="4833258"/>
          </a:xfrm>
          <a:prstGeom prst="rect">
            <a:avLst/>
          </a:prstGeom>
          <a:blipFill>
            <a:blip r:embed="rId2" cstate="print"/>
            <a:stretch>
              <a:fillRect/>
            </a:stretch>
          </a:blip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377369" y="146706"/>
            <a:ext cx="734244" cy="507442"/>
          </a:xfrm>
          <a:prstGeom prst="rect">
            <a:avLst/>
          </a:prstGeom>
        </p:spPr>
      </p:pic>
      <p:sp>
        <p:nvSpPr>
          <p:cNvPr id="9" name="Title 9"/>
          <p:cNvSpPr txBox="1">
            <a:spLocks/>
          </p:cNvSpPr>
          <p:nvPr/>
        </p:nvSpPr>
        <p:spPr>
          <a:xfrm>
            <a:off x="809897" y="0"/>
            <a:ext cx="8908869" cy="1108881"/>
          </a:xfrm>
          <a:prstGeom prst="rect">
            <a:avLst/>
          </a:prstGeom>
        </p:spPr>
        <p:txBody>
          <a:bodyPr vert="horz" lIns="91440" tIns="45720" rIns="91440" bIns="45720" rtlCol="0" anchor="b">
            <a:normAutofit fontScale="97500"/>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GB" sz="4000" b="1" dirty="0">
                <a:latin typeface="Times New Roman" panose="02020603050405020304" pitchFamily="18" charset="0"/>
                <a:cs typeface="Times New Roman" panose="02020603050405020304" pitchFamily="18" charset="0"/>
              </a:rPr>
              <a:t>Create Table</a:t>
            </a:r>
          </a:p>
        </p:txBody>
      </p:sp>
      <p:sp>
        <p:nvSpPr>
          <p:cNvPr id="13" name="Slide Number Placeholder 12"/>
          <p:cNvSpPr>
            <a:spLocks noGrp="1"/>
          </p:cNvSpPr>
          <p:nvPr>
            <p:ph type="sldNum" sz="quarter" idx="12"/>
          </p:nvPr>
        </p:nvSpPr>
        <p:spPr/>
        <p:txBody>
          <a:bodyPr/>
          <a:lstStyle/>
          <a:p>
            <a:fld id="{13C51ED2-AC48-45BF-9843-B46461D80413}" type="slidenum">
              <a:rPr lang="en-US" b="1" smtClean="0">
                <a:solidFill>
                  <a:schemeClr val="tx1"/>
                </a:solidFill>
                <a:latin typeface="Times New Roman" panose="02020603050405020304" pitchFamily="18" charset="0"/>
                <a:cs typeface="Times New Roman" panose="02020603050405020304" pitchFamily="18" charset="0"/>
              </a:rPr>
              <a:t>9</a:t>
            </a:fld>
            <a:endParaRPr lang="en-US" b="1" dirty="0">
              <a:solidFill>
                <a:schemeClr val="tx1"/>
              </a:solidFill>
              <a:latin typeface="Times New Roman" panose="02020603050405020304" pitchFamily="18" charset="0"/>
              <a:cs typeface="Times New Roman" panose="02020603050405020304" pitchFamily="18" charset="0"/>
            </a:endParaRPr>
          </a:p>
        </p:txBody>
      </p:sp>
      <p:sp>
        <p:nvSpPr>
          <p:cNvPr id="14" name="Footer Placeholder 3"/>
          <p:cNvSpPr>
            <a:spLocks noGrp="1"/>
          </p:cNvSpPr>
          <p:nvPr>
            <p:ph type="ftr" sz="quarter" idx="11"/>
          </p:nvPr>
        </p:nvSpPr>
        <p:spPr>
          <a:xfrm>
            <a:off x="3413126" y="6355639"/>
            <a:ext cx="5197474" cy="365125"/>
          </a:xfrm>
        </p:spPr>
        <p:txBody>
          <a:bodyPr/>
          <a:lstStyle/>
          <a:p>
            <a:r>
              <a:rPr lang="en-GB" b="1" dirty="0">
                <a:solidFill>
                  <a:schemeClr val="tx1"/>
                </a:solidFill>
                <a:latin typeface="Times New Roman" panose="02020603050405020304" pitchFamily="18" charset="0"/>
                <a:cs typeface="Times New Roman" panose="02020603050405020304" pitchFamily="18" charset="0"/>
              </a:rPr>
              <a:t>NATIONAL UNIVERSITY OF COMPUTER &amp; EMERGING SCIENCES</a:t>
            </a:r>
            <a:endParaRPr lang="en-US" b="1" dirty="0">
              <a:solidFill>
                <a:schemeClr val="tx1"/>
              </a:solidFill>
              <a:latin typeface="Times New Roman" panose="02020603050405020304" pitchFamily="18" charset="0"/>
              <a:cs typeface="Times New Roman" panose="02020603050405020304" pitchFamily="18" charset="0"/>
            </a:endParaRPr>
          </a:p>
        </p:txBody>
      </p:sp>
      <p:pic>
        <p:nvPicPr>
          <p:cNvPr id="5" name="Picture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288177" y="1545828"/>
            <a:ext cx="7406640" cy="4197417"/>
          </a:xfrm>
          <a:prstGeom prst="rect">
            <a:avLst/>
          </a:prstGeom>
        </p:spPr>
      </p:pic>
    </p:spTree>
    <p:extLst>
      <p:ext uri="{BB962C8B-B14F-4D97-AF65-F5344CB8AC3E}">
        <p14:creationId xmlns:p14="http://schemas.microsoft.com/office/powerpoint/2010/main" val="35014140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0629B">
            <a:alpha val="50000"/>
          </a:srgbClr>
        </a:solidFill>
        <a:effectLst/>
      </p:bgPr>
    </p:bg>
    <p:spTree>
      <p:nvGrpSpPr>
        <p:cNvPr id="1" name=""/>
        <p:cNvGrpSpPr/>
        <p:nvPr/>
      </p:nvGrpSpPr>
      <p:grpSpPr>
        <a:xfrm>
          <a:off x="0" y="0"/>
          <a:ext cx="0" cy="0"/>
          <a:chOff x="0" y="0"/>
          <a:chExt cx="0" cy="0"/>
        </a:xfrm>
      </p:grpSpPr>
      <p:sp>
        <p:nvSpPr>
          <p:cNvPr id="2" name="object 2"/>
          <p:cNvSpPr/>
          <p:nvPr/>
        </p:nvSpPr>
        <p:spPr>
          <a:xfrm>
            <a:off x="940526" y="1227908"/>
            <a:ext cx="10115202" cy="4833258"/>
          </a:xfrm>
          <a:prstGeom prst="rect">
            <a:avLst/>
          </a:prstGeom>
          <a:blipFill>
            <a:blip r:embed="rId2" cstate="print"/>
            <a:stretch>
              <a:fillRect/>
            </a:stretch>
          </a:blip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377369" y="146706"/>
            <a:ext cx="734244" cy="507442"/>
          </a:xfrm>
          <a:prstGeom prst="rect">
            <a:avLst/>
          </a:prstGeom>
        </p:spPr>
      </p:pic>
      <p:sp>
        <p:nvSpPr>
          <p:cNvPr id="9" name="Title 9"/>
          <p:cNvSpPr txBox="1">
            <a:spLocks/>
          </p:cNvSpPr>
          <p:nvPr/>
        </p:nvSpPr>
        <p:spPr>
          <a:xfrm>
            <a:off x="809897" y="0"/>
            <a:ext cx="8908869" cy="1108881"/>
          </a:xfrm>
          <a:prstGeom prst="rect">
            <a:avLst/>
          </a:prstGeom>
        </p:spPr>
        <p:txBody>
          <a:bodyPr vert="horz" lIns="91440" tIns="45720" rIns="91440" bIns="45720" rtlCol="0" anchor="b">
            <a:normAutofit fontScale="97500"/>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GB" sz="4000" b="1" dirty="0">
                <a:latin typeface="Times New Roman" panose="02020603050405020304" pitchFamily="18" charset="0"/>
                <a:cs typeface="Times New Roman" panose="02020603050405020304" pitchFamily="18" charset="0"/>
              </a:rPr>
              <a:t>Insert Records</a:t>
            </a:r>
          </a:p>
        </p:txBody>
      </p:sp>
      <p:sp>
        <p:nvSpPr>
          <p:cNvPr id="13" name="Slide Number Placeholder 12"/>
          <p:cNvSpPr>
            <a:spLocks noGrp="1"/>
          </p:cNvSpPr>
          <p:nvPr>
            <p:ph type="sldNum" sz="quarter" idx="12"/>
          </p:nvPr>
        </p:nvSpPr>
        <p:spPr/>
        <p:txBody>
          <a:bodyPr/>
          <a:lstStyle/>
          <a:p>
            <a:fld id="{13C51ED2-AC48-45BF-9843-B46461D80413}" type="slidenum">
              <a:rPr lang="en-US" b="1" smtClean="0">
                <a:solidFill>
                  <a:schemeClr val="tx1"/>
                </a:solidFill>
                <a:latin typeface="Times New Roman" panose="02020603050405020304" pitchFamily="18" charset="0"/>
                <a:cs typeface="Times New Roman" panose="02020603050405020304" pitchFamily="18" charset="0"/>
              </a:rPr>
              <a:t>10</a:t>
            </a:fld>
            <a:endParaRPr lang="en-US" b="1" dirty="0">
              <a:solidFill>
                <a:schemeClr val="tx1"/>
              </a:solidFill>
              <a:latin typeface="Times New Roman" panose="02020603050405020304" pitchFamily="18" charset="0"/>
              <a:cs typeface="Times New Roman" panose="02020603050405020304" pitchFamily="18" charset="0"/>
            </a:endParaRPr>
          </a:p>
        </p:txBody>
      </p:sp>
      <p:sp>
        <p:nvSpPr>
          <p:cNvPr id="14" name="Footer Placeholder 3"/>
          <p:cNvSpPr>
            <a:spLocks noGrp="1"/>
          </p:cNvSpPr>
          <p:nvPr>
            <p:ph type="ftr" sz="quarter" idx="11"/>
          </p:nvPr>
        </p:nvSpPr>
        <p:spPr>
          <a:xfrm>
            <a:off x="3413126" y="6355639"/>
            <a:ext cx="5197474" cy="365125"/>
          </a:xfrm>
        </p:spPr>
        <p:txBody>
          <a:bodyPr/>
          <a:lstStyle/>
          <a:p>
            <a:r>
              <a:rPr lang="en-GB" b="1" dirty="0">
                <a:solidFill>
                  <a:schemeClr val="tx1"/>
                </a:solidFill>
                <a:latin typeface="Times New Roman" panose="02020603050405020304" pitchFamily="18" charset="0"/>
                <a:cs typeface="Times New Roman" panose="02020603050405020304" pitchFamily="18" charset="0"/>
              </a:rPr>
              <a:t>NATIONAL UNIVERSITY OF COMPUTER &amp; EMERGING SCIENCES</a:t>
            </a:r>
            <a:endParaRPr lang="en-US" b="1" dirty="0">
              <a:solidFill>
                <a:schemeClr val="tx1"/>
              </a:solidFill>
              <a:latin typeface="Times New Roman" panose="02020603050405020304" pitchFamily="18" charset="0"/>
              <a:cs typeface="Times New Roman" panose="02020603050405020304" pitchFamily="18" charset="0"/>
            </a:endParaRPr>
          </a:p>
        </p:txBody>
      </p:sp>
      <p:pic>
        <p:nvPicPr>
          <p:cNvPr id="3" name="Picture 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16228" y="1697646"/>
            <a:ext cx="8391270" cy="3893782"/>
          </a:xfrm>
          <a:prstGeom prst="rect">
            <a:avLst/>
          </a:prstGeom>
        </p:spPr>
      </p:pic>
    </p:spTree>
    <p:extLst>
      <p:ext uri="{BB962C8B-B14F-4D97-AF65-F5344CB8AC3E}">
        <p14:creationId xmlns:p14="http://schemas.microsoft.com/office/powerpoint/2010/main" val="28884158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0629B">
            <a:alpha val="50000"/>
          </a:srgbClr>
        </a:solidFill>
        <a:effectLst/>
      </p:bgPr>
    </p:bg>
    <p:spTree>
      <p:nvGrpSpPr>
        <p:cNvPr id="1" name=""/>
        <p:cNvGrpSpPr/>
        <p:nvPr/>
      </p:nvGrpSpPr>
      <p:grpSpPr>
        <a:xfrm>
          <a:off x="0" y="0"/>
          <a:ext cx="0" cy="0"/>
          <a:chOff x="0" y="0"/>
          <a:chExt cx="0" cy="0"/>
        </a:xfrm>
      </p:grpSpPr>
      <p:sp>
        <p:nvSpPr>
          <p:cNvPr id="2" name="object 2"/>
          <p:cNvSpPr/>
          <p:nvPr/>
        </p:nvSpPr>
        <p:spPr>
          <a:xfrm>
            <a:off x="940526" y="1227908"/>
            <a:ext cx="10115202" cy="4833258"/>
          </a:xfrm>
          <a:prstGeom prst="rect">
            <a:avLst/>
          </a:prstGeom>
          <a:blipFill>
            <a:blip r:embed="rId2" cstate="print"/>
            <a:stretch>
              <a:fillRect/>
            </a:stretch>
          </a:blip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377369" y="146706"/>
            <a:ext cx="734244" cy="507442"/>
          </a:xfrm>
          <a:prstGeom prst="rect">
            <a:avLst/>
          </a:prstGeom>
        </p:spPr>
      </p:pic>
      <p:sp>
        <p:nvSpPr>
          <p:cNvPr id="9" name="Title 9"/>
          <p:cNvSpPr txBox="1">
            <a:spLocks/>
          </p:cNvSpPr>
          <p:nvPr/>
        </p:nvSpPr>
        <p:spPr>
          <a:xfrm>
            <a:off x="809897" y="0"/>
            <a:ext cx="8908869" cy="1108881"/>
          </a:xfrm>
          <a:prstGeom prst="rect">
            <a:avLst/>
          </a:prstGeom>
        </p:spPr>
        <p:txBody>
          <a:bodyPr vert="horz" lIns="91440" tIns="45720" rIns="91440" bIns="45720" rtlCol="0" anchor="b">
            <a:normAutofit fontScale="97500"/>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GB" sz="4000" b="1" dirty="0">
                <a:latin typeface="Times New Roman" panose="02020603050405020304" pitchFamily="18" charset="0"/>
                <a:cs typeface="Times New Roman" panose="02020603050405020304" pitchFamily="18" charset="0"/>
              </a:rPr>
              <a:t>Select Statement</a:t>
            </a:r>
          </a:p>
        </p:txBody>
      </p:sp>
      <p:sp>
        <p:nvSpPr>
          <p:cNvPr id="13" name="Slide Number Placeholder 12"/>
          <p:cNvSpPr>
            <a:spLocks noGrp="1"/>
          </p:cNvSpPr>
          <p:nvPr>
            <p:ph type="sldNum" sz="quarter" idx="12"/>
          </p:nvPr>
        </p:nvSpPr>
        <p:spPr/>
        <p:txBody>
          <a:bodyPr/>
          <a:lstStyle/>
          <a:p>
            <a:fld id="{13C51ED2-AC48-45BF-9843-B46461D80413}" type="slidenum">
              <a:rPr lang="en-US" b="1" smtClean="0">
                <a:solidFill>
                  <a:schemeClr val="tx1"/>
                </a:solidFill>
                <a:latin typeface="Times New Roman" panose="02020603050405020304" pitchFamily="18" charset="0"/>
                <a:cs typeface="Times New Roman" panose="02020603050405020304" pitchFamily="18" charset="0"/>
              </a:rPr>
              <a:t>11</a:t>
            </a:fld>
            <a:endParaRPr lang="en-US" b="1" dirty="0">
              <a:solidFill>
                <a:schemeClr val="tx1"/>
              </a:solidFill>
              <a:latin typeface="Times New Roman" panose="02020603050405020304" pitchFamily="18" charset="0"/>
              <a:cs typeface="Times New Roman" panose="02020603050405020304" pitchFamily="18" charset="0"/>
            </a:endParaRPr>
          </a:p>
        </p:txBody>
      </p:sp>
      <p:sp>
        <p:nvSpPr>
          <p:cNvPr id="14" name="Footer Placeholder 3"/>
          <p:cNvSpPr>
            <a:spLocks noGrp="1"/>
          </p:cNvSpPr>
          <p:nvPr>
            <p:ph type="ftr" sz="quarter" idx="11"/>
          </p:nvPr>
        </p:nvSpPr>
        <p:spPr>
          <a:xfrm>
            <a:off x="3413126" y="6355639"/>
            <a:ext cx="5197474" cy="365125"/>
          </a:xfrm>
        </p:spPr>
        <p:txBody>
          <a:bodyPr/>
          <a:lstStyle/>
          <a:p>
            <a:r>
              <a:rPr lang="en-GB" b="1" dirty="0">
                <a:solidFill>
                  <a:schemeClr val="tx1"/>
                </a:solidFill>
                <a:latin typeface="Times New Roman" panose="02020603050405020304" pitchFamily="18" charset="0"/>
                <a:cs typeface="Times New Roman" panose="02020603050405020304" pitchFamily="18" charset="0"/>
              </a:rPr>
              <a:t>NATIONAL UNIVERSITY OF COMPUTER &amp; EMERGING SCIENCES</a:t>
            </a:r>
            <a:endParaRPr lang="en-US" b="1" dirty="0">
              <a:solidFill>
                <a:schemeClr val="tx1"/>
              </a:solidFill>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40189" y="1576917"/>
            <a:ext cx="4725034" cy="4170739"/>
          </a:xfrm>
          <a:prstGeom prst="rect">
            <a:avLst/>
          </a:prstGeom>
        </p:spPr>
      </p:pic>
      <p:pic>
        <p:nvPicPr>
          <p:cNvPr id="5" name="Picture 4"/>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097958" y="1576917"/>
            <a:ext cx="4725034" cy="4171450"/>
          </a:xfrm>
          <a:prstGeom prst="rect">
            <a:avLst/>
          </a:prstGeom>
        </p:spPr>
      </p:pic>
    </p:spTree>
    <p:extLst>
      <p:ext uri="{BB962C8B-B14F-4D97-AF65-F5344CB8AC3E}">
        <p14:creationId xmlns:p14="http://schemas.microsoft.com/office/powerpoint/2010/main" val="11651541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0629B">
            <a:alpha val="50000"/>
          </a:srgbClr>
        </a:solidFill>
        <a:effectLst/>
      </p:bgPr>
    </p:bg>
    <p:spTree>
      <p:nvGrpSpPr>
        <p:cNvPr id="1" name=""/>
        <p:cNvGrpSpPr/>
        <p:nvPr/>
      </p:nvGrpSpPr>
      <p:grpSpPr>
        <a:xfrm>
          <a:off x="0" y="0"/>
          <a:ext cx="0" cy="0"/>
          <a:chOff x="0" y="0"/>
          <a:chExt cx="0" cy="0"/>
        </a:xfrm>
      </p:grpSpPr>
      <p:sp>
        <p:nvSpPr>
          <p:cNvPr id="2" name="object 2"/>
          <p:cNvSpPr/>
          <p:nvPr/>
        </p:nvSpPr>
        <p:spPr>
          <a:xfrm>
            <a:off x="940526" y="1227908"/>
            <a:ext cx="10115202" cy="4833258"/>
          </a:xfrm>
          <a:prstGeom prst="rect">
            <a:avLst/>
          </a:prstGeom>
          <a:blipFill>
            <a:blip r:embed="rId2" cstate="print"/>
            <a:stretch>
              <a:fillRect/>
            </a:stretch>
          </a:blip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377369" y="146706"/>
            <a:ext cx="734244" cy="507442"/>
          </a:xfrm>
          <a:prstGeom prst="rect">
            <a:avLst/>
          </a:prstGeom>
        </p:spPr>
      </p:pic>
      <p:sp>
        <p:nvSpPr>
          <p:cNvPr id="9" name="Title 9"/>
          <p:cNvSpPr txBox="1">
            <a:spLocks/>
          </p:cNvSpPr>
          <p:nvPr/>
        </p:nvSpPr>
        <p:spPr>
          <a:xfrm>
            <a:off x="809897" y="0"/>
            <a:ext cx="8908869" cy="1108881"/>
          </a:xfrm>
          <a:prstGeom prst="rect">
            <a:avLst/>
          </a:prstGeom>
        </p:spPr>
        <p:txBody>
          <a:bodyPr vert="horz" lIns="91440" tIns="45720" rIns="91440" bIns="45720" rtlCol="0" anchor="b">
            <a:normAutofit fontScale="97500"/>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GB" sz="4000" b="1" dirty="0">
                <a:latin typeface="Times New Roman" panose="02020603050405020304" pitchFamily="18" charset="0"/>
                <a:cs typeface="Times New Roman" panose="02020603050405020304" pitchFamily="18" charset="0"/>
              </a:rPr>
              <a:t>Conditions: WHERE </a:t>
            </a:r>
          </a:p>
        </p:txBody>
      </p:sp>
      <p:sp>
        <p:nvSpPr>
          <p:cNvPr id="13" name="Slide Number Placeholder 12"/>
          <p:cNvSpPr>
            <a:spLocks noGrp="1"/>
          </p:cNvSpPr>
          <p:nvPr>
            <p:ph type="sldNum" sz="quarter" idx="12"/>
          </p:nvPr>
        </p:nvSpPr>
        <p:spPr/>
        <p:txBody>
          <a:bodyPr/>
          <a:lstStyle/>
          <a:p>
            <a:fld id="{13C51ED2-AC48-45BF-9843-B46461D80413}" type="slidenum">
              <a:rPr lang="en-US" b="1" smtClean="0">
                <a:solidFill>
                  <a:schemeClr val="tx1"/>
                </a:solidFill>
                <a:latin typeface="Times New Roman" panose="02020603050405020304" pitchFamily="18" charset="0"/>
                <a:cs typeface="Times New Roman" panose="02020603050405020304" pitchFamily="18" charset="0"/>
              </a:rPr>
              <a:t>12</a:t>
            </a:fld>
            <a:endParaRPr lang="en-US" b="1" dirty="0">
              <a:solidFill>
                <a:schemeClr val="tx1"/>
              </a:solidFill>
              <a:latin typeface="Times New Roman" panose="02020603050405020304" pitchFamily="18" charset="0"/>
              <a:cs typeface="Times New Roman" panose="02020603050405020304" pitchFamily="18" charset="0"/>
            </a:endParaRPr>
          </a:p>
        </p:txBody>
      </p:sp>
      <p:sp>
        <p:nvSpPr>
          <p:cNvPr id="14" name="Footer Placeholder 3"/>
          <p:cNvSpPr>
            <a:spLocks noGrp="1"/>
          </p:cNvSpPr>
          <p:nvPr>
            <p:ph type="ftr" sz="quarter" idx="11"/>
          </p:nvPr>
        </p:nvSpPr>
        <p:spPr>
          <a:xfrm>
            <a:off x="3413126" y="6355639"/>
            <a:ext cx="5197474" cy="365125"/>
          </a:xfrm>
        </p:spPr>
        <p:txBody>
          <a:bodyPr/>
          <a:lstStyle/>
          <a:p>
            <a:r>
              <a:rPr lang="en-GB" b="1" dirty="0">
                <a:solidFill>
                  <a:schemeClr val="tx1"/>
                </a:solidFill>
                <a:latin typeface="Times New Roman" panose="02020603050405020304" pitchFamily="18" charset="0"/>
                <a:cs typeface="Times New Roman" panose="02020603050405020304" pitchFamily="18" charset="0"/>
              </a:rPr>
              <a:t>NATIONAL UNIVERSITY OF COMPUTER &amp; EMERGING SCIENCES</a:t>
            </a:r>
            <a:endParaRPr lang="en-US" b="1" dirty="0">
              <a:solidFill>
                <a:schemeClr val="tx1"/>
              </a:solidFill>
              <a:latin typeface="Times New Roman" panose="02020603050405020304" pitchFamily="18" charset="0"/>
              <a:cs typeface="Times New Roman" panose="02020603050405020304" pitchFamily="18" charset="0"/>
            </a:endParaRPr>
          </a:p>
        </p:txBody>
      </p:sp>
      <p:pic>
        <p:nvPicPr>
          <p:cNvPr id="3" name="Picture 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998619" y="1403354"/>
            <a:ext cx="8190411" cy="4501057"/>
          </a:xfrm>
          <a:prstGeom prst="rect">
            <a:avLst/>
          </a:prstGeom>
        </p:spPr>
      </p:pic>
    </p:spTree>
    <p:extLst>
      <p:ext uri="{BB962C8B-B14F-4D97-AF65-F5344CB8AC3E}">
        <p14:creationId xmlns:p14="http://schemas.microsoft.com/office/powerpoint/2010/main" val="27667759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0629B">
            <a:alpha val="50000"/>
          </a:srgbClr>
        </a:solidFill>
        <a:effectLst/>
      </p:bgPr>
    </p:bg>
    <p:spTree>
      <p:nvGrpSpPr>
        <p:cNvPr id="1" name=""/>
        <p:cNvGrpSpPr/>
        <p:nvPr/>
      </p:nvGrpSpPr>
      <p:grpSpPr>
        <a:xfrm>
          <a:off x="0" y="0"/>
          <a:ext cx="0" cy="0"/>
          <a:chOff x="0" y="0"/>
          <a:chExt cx="0" cy="0"/>
        </a:xfrm>
      </p:grpSpPr>
      <p:sp>
        <p:nvSpPr>
          <p:cNvPr id="2" name="object 2"/>
          <p:cNvSpPr/>
          <p:nvPr/>
        </p:nvSpPr>
        <p:spPr>
          <a:xfrm>
            <a:off x="940526" y="1227908"/>
            <a:ext cx="10115202" cy="4833258"/>
          </a:xfrm>
          <a:prstGeom prst="rect">
            <a:avLst/>
          </a:prstGeom>
          <a:blipFill>
            <a:blip r:embed="rId2" cstate="print"/>
            <a:stretch>
              <a:fillRect/>
            </a:stretch>
          </a:blip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377369" y="146706"/>
            <a:ext cx="734244" cy="507442"/>
          </a:xfrm>
          <a:prstGeom prst="rect">
            <a:avLst/>
          </a:prstGeom>
        </p:spPr>
      </p:pic>
      <p:sp>
        <p:nvSpPr>
          <p:cNvPr id="9" name="Title 9"/>
          <p:cNvSpPr txBox="1">
            <a:spLocks/>
          </p:cNvSpPr>
          <p:nvPr/>
        </p:nvSpPr>
        <p:spPr>
          <a:xfrm>
            <a:off x="809897" y="0"/>
            <a:ext cx="8908869" cy="1108881"/>
          </a:xfrm>
          <a:prstGeom prst="rect">
            <a:avLst/>
          </a:prstGeom>
        </p:spPr>
        <p:txBody>
          <a:bodyPr vert="horz" lIns="91440" tIns="45720" rIns="91440" bIns="45720" rtlCol="0" anchor="b">
            <a:normAutofit fontScale="97500"/>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GB" sz="4000" b="1" dirty="0">
                <a:latin typeface="Times New Roman" panose="02020603050405020304" pitchFamily="18" charset="0"/>
                <a:cs typeface="Times New Roman" panose="02020603050405020304" pitchFamily="18" charset="0"/>
              </a:rPr>
              <a:t>Special Condition</a:t>
            </a:r>
          </a:p>
        </p:txBody>
      </p:sp>
      <p:sp>
        <p:nvSpPr>
          <p:cNvPr id="13" name="Slide Number Placeholder 12"/>
          <p:cNvSpPr>
            <a:spLocks noGrp="1"/>
          </p:cNvSpPr>
          <p:nvPr>
            <p:ph type="sldNum" sz="quarter" idx="12"/>
          </p:nvPr>
        </p:nvSpPr>
        <p:spPr/>
        <p:txBody>
          <a:bodyPr/>
          <a:lstStyle/>
          <a:p>
            <a:fld id="{13C51ED2-AC48-45BF-9843-B46461D80413}" type="slidenum">
              <a:rPr lang="en-US" b="1" smtClean="0">
                <a:solidFill>
                  <a:schemeClr val="tx1"/>
                </a:solidFill>
                <a:latin typeface="Times New Roman" panose="02020603050405020304" pitchFamily="18" charset="0"/>
                <a:cs typeface="Times New Roman" panose="02020603050405020304" pitchFamily="18" charset="0"/>
              </a:rPr>
              <a:t>13</a:t>
            </a:fld>
            <a:endParaRPr lang="en-US" b="1" dirty="0">
              <a:solidFill>
                <a:schemeClr val="tx1"/>
              </a:solidFill>
              <a:latin typeface="Times New Roman" panose="02020603050405020304" pitchFamily="18" charset="0"/>
              <a:cs typeface="Times New Roman" panose="02020603050405020304" pitchFamily="18" charset="0"/>
            </a:endParaRPr>
          </a:p>
        </p:txBody>
      </p:sp>
      <p:sp>
        <p:nvSpPr>
          <p:cNvPr id="14" name="Footer Placeholder 3"/>
          <p:cNvSpPr>
            <a:spLocks noGrp="1"/>
          </p:cNvSpPr>
          <p:nvPr>
            <p:ph type="ftr" sz="quarter" idx="11"/>
          </p:nvPr>
        </p:nvSpPr>
        <p:spPr>
          <a:xfrm>
            <a:off x="3413126" y="6355639"/>
            <a:ext cx="5197474" cy="365125"/>
          </a:xfrm>
        </p:spPr>
        <p:txBody>
          <a:bodyPr/>
          <a:lstStyle/>
          <a:p>
            <a:r>
              <a:rPr lang="en-GB" b="1" dirty="0">
                <a:solidFill>
                  <a:schemeClr val="tx1"/>
                </a:solidFill>
                <a:latin typeface="Times New Roman" panose="02020603050405020304" pitchFamily="18" charset="0"/>
                <a:cs typeface="Times New Roman" panose="02020603050405020304" pitchFamily="18" charset="0"/>
              </a:rPr>
              <a:t>NATIONAL UNIVERSITY OF COMPUTER &amp; EMERGING SCIENCES</a:t>
            </a:r>
            <a:endParaRPr lang="en-US" b="1" dirty="0">
              <a:solidFill>
                <a:schemeClr val="tx1"/>
              </a:solidFill>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306569" y="1640056"/>
            <a:ext cx="6177066" cy="3830471"/>
          </a:xfrm>
          <a:prstGeom prst="rect">
            <a:avLst/>
          </a:prstGeom>
        </p:spPr>
      </p:pic>
    </p:spTree>
    <p:extLst>
      <p:ext uri="{BB962C8B-B14F-4D97-AF65-F5344CB8AC3E}">
        <p14:creationId xmlns:p14="http://schemas.microsoft.com/office/powerpoint/2010/main" val="56252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0629B">
            <a:alpha val="50000"/>
          </a:srgbClr>
        </a:solidFill>
        <a:effectLst/>
      </p:bgPr>
    </p:bg>
    <p:spTree>
      <p:nvGrpSpPr>
        <p:cNvPr id="1" name=""/>
        <p:cNvGrpSpPr/>
        <p:nvPr/>
      </p:nvGrpSpPr>
      <p:grpSpPr>
        <a:xfrm>
          <a:off x="0" y="0"/>
          <a:ext cx="0" cy="0"/>
          <a:chOff x="0" y="0"/>
          <a:chExt cx="0" cy="0"/>
        </a:xfrm>
      </p:grpSpPr>
      <p:sp>
        <p:nvSpPr>
          <p:cNvPr id="2" name="object 2"/>
          <p:cNvSpPr/>
          <p:nvPr/>
        </p:nvSpPr>
        <p:spPr>
          <a:xfrm>
            <a:off x="940526" y="1227908"/>
            <a:ext cx="10115202" cy="4833258"/>
          </a:xfrm>
          <a:prstGeom prst="rect">
            <a:avLst/>
          </a:prstGeom>
          <a:blipFill>
            <a:blip r:embed="rId2" cstate="print"/>
            <a:stretch>
              <a:fillRect/>
            </a:stretch>
          </a:blip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377369" y="146706"/>
            <a:ext cx="734244" cy="507442"/>
          </a:xfrm>
          <a:prstGeom prst="rect">
            <a:avLst/>
          </a:prstGeom>
        </p:spPr>
      </p:pic>
      <p:sp>
        <p:nvSpPr>
          <p:cNvPr id="9" name="Title 9"/>
          <p:cNvSpPr txBox="1">
            <a:spLocks/>
          </p:cNvSpPr>
          <p:nvPr/>
        </p:nvSpPr>
        <p:spPr>
          <a:xfrm>
            <a:off x="809897" y="0"/>
            <a:ext cx="8908869" cy="1108881"/>
          </a:xfrm>
          <a:prstGeom prst="rect">
            <a:avLst/>
          </a:prstGeom>
        </p:spPr>
        <p:txBody>
          <a:bodyPr vert="horz" lIns="91440" tIns="45720" rIns="91440" bIns="45720" rtlCol="0" anchor="b">
            <a:normAutofit fontScale="97500"/>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GB" sz="4000" b="1" dirty="0">
                <a:latin typeface="Times New Roman" panose="02020603050405020304" pitchFamily="18" charset="0"/>
                <a:cs typeface="Times New Roman" panose="02020603050405020304" pitchFamily="18" charset="0"/>
              </a:rPr>
              <a:t>Update Statement</a:t>
            </a:r>
          </a:p>
        </p:txBody>
      </p:sp>
      <p:sp>
        <p:nvSpPr>
          <p:cNvPr id="13" name="Slide Number Placeholder 12"/>
          <p:cNvSpPr>
            <a:spLocks noGrp="1"/>
          </p:cNvSpPr>
          <p:nvPr>
            <p:ph type="sldNum" sz="quarter" idx="12"/>
          </p:nvPr>
        </p:nvSpPr>
        <p:spPr/>
        <p:txBody>
          <a:bodyPr/>
          <a:lstStyle/>
          <a:p>
            <a:fld id="{13C51ED2-AC48-45BF-9843-B46461D80413}" type="slidenum">
              <a:rPr lang="en-US" b="1" smtClean="0">
                <a:solidFill>
                  <a:schemeClr val="tx1"/>
                </a:solidFill>
                <a:latin typeface="Times New Roman" panose="02020603050405020304" pitchFamily="18" charset="0"/>
                <a:cs typeface="Times New Roman" panose="02020603050405020304" pitchFamily="18" charset="0"/>
              </a:rPr>
              <a:t>14</a:t>
            </a:fld>
            <a:endParaRPr lang="en-US" b="1" dirty="0">
              <a:solidFill>
                <a:schemeClr val="tx1"/>
              </a:solidFill>
              <a:latin typeface="Times New Roman" panose="02020603050405020304" pitchFamily="18" charset="0"/>
              <a:cs typeface="Times New Roman" panose="02020603050405020304" pitchFamily="18" charset="0"/>
            </a:endParaRPr>
          </a:p>
        </p:txBody>
      </p:sp>
      <p:sp>
        <p:nvSpPr>
          <p:cNvPr id="14" name="Footer Placeholder 3"/>
          <p:cNvSpPr>
            <a:spLocks noGrp="1"/>
          </p:cNvSpPr>
          <p:nvPr>
            <p:ph type="ftr" sz="quarter" idx="11"/>
          </p:nvPr>
        </p:nvSpPr>
        <p:spPr>
          <a:xfrm>
            <a:off x="3413126" y="6355639"/>
            <a:ext cx="5197474" cy="365125"/>
          </a:xfrm>
        </p:spPr>
        <p:txBody>
          <a:bodyPr/>
          <a:lstStyle/>
          <a:p>
            <a:r>
              <a:rPr lang="en-GB" b="1" dirty="0">
                <a:solidFill>
                  <a:schemeClr val="tx1"/>
                </a:solidFill>
                <a:latin typeface="Times New Roman" panose="02020603050405020304" pitchFamily="18" charset="0"/>
                <a:cs typeface="Times New Roman" panose="02020603050405020304" pitchFamily="18" charset="0"/>
              </a:rPr>
              <a:t>NATIONAL UNIVERSITY OF COMPUTER &amp; EMERGING SCIENCES</a:t>
            </a:r>
            <a:endParaRPr lang="en-US" b="1" dirty="0">
              <a:solidFill>
                <a:schemeClr val="tx1"/>
              </a:solidFill>
              <a:latin typeface="Times New Roman" panose="02020603050405020304" pitchFamily="18" charset="0"/>
              <a:cs typeface="Times New Roman" panose="02020603050405020304" pitchFamily="18" charset="0"/>
            </a:endParaRPr>
          </a:p>
        </p:txBody>
      </p:sp>
      <p:pic>
        <p:nvPicPr>
          <p:cNvPr id="3" name="Picture 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75144" y="2082401"/>
            <a:ext cx="9645966" cy="2970558"/>
          </a:xfrm>
          <a:prstGeom prst="rect">
            <a:avLst/>
          </a:prstGeom>
        </p:spPr>
      </p:pic>
    </p:spTree>
    <p:extLst>
      <p:ext uri="{BB962C8B-B14F-4D97-AF65-F5344CB8AC3E}">
        <p14:creationId xmlns:p14="http://schemas.microsoft.com/office/powerpoint/2010/main" val="274409896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0629B">
            <a:alpha val="50000"/>
          </a:srgbClr>
        </a:solidFill>
        <a:effectLst/>
      </p:bgPr>
    </p:bg>
    <p:spTree>
      <p:nvGrpSpPr>
        <p:cNvPr id="1" name=""/>
        <p:cNvGrpSpPr/>
        <p:nvPr/>
      </p:nvGrpSpPr>
      <p:grpSpPr>
        <a:xfrm>
          <a:off x="0" y="0"/>
          <a:ext cx="0" cy="0"/>
          <a:chOff x="0" y="0"/>
          <a:chExt cx="0" cy="0"/>
        </a:xfrm>
      </p:grpSpPr>
      <p:sp>
        <p:nvSpPr>
          <p:cNvPr id="2" name="object 2"/>
          <p:cNvSpPr/>
          <p:nvPr/>
        </p:nvSpPr>
        <p:spPr>
          <a:xfrm>
            <a:off x="940526" y="1227908"/>
            <a:ext cx="10115202" cy="4833258"/>
          </a:xfrm>
          <a:prstGeom prst="rect">
            <a:avLst/>
          </a:prstGeom>
          <a:blipFill>
            <a:blip r:embed="rId2" cstate="print"/>
            <a:stretch>
              <a:fillRect/>
            </a:stretch>
          </a:blip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377369" y="146706"/>
            <a:ext cx="734244" cy="507442"/>
          </a:xfrm>
          <a:prstGeom prst="rect">
            <a:avLst/>
          </a:prstGeom>
        </p:spPr>
      </p:pic>
      <p:sp>
        <p:nvSpPr>
          <p:cNvPr id="9" name="Title 9"/>
          <p:cNvSpPr txBox="1">
            <a:spLocks/>
          </p:cNvSpPr>
          <p:nvPr/>
        </p:nvSpPr>
        <p:spPr>
          <a:xfrm>
            <a:off x="809897" y="0"/>
            <a:ext cx="8908869" cy="1108881"/>
          </a:xfrm>
          <a:prstGeom prst="rect">
            <a:avLst/>
          </a:prstGeom>
        </p:spPr>
        <p:txBody>
          <a:bodyPr vert="horz" lIns="91440" tIns="45720" rIns="91440" bIns="45720" rtlCol="0" anchor="b">
            <a:normAutofit fontScale="97500"/>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GB" sz="4000" b="1" dirty="0">
                <a:latin typeface="Times New Roman" panose="02020603050405020304" pitchFamily="18" charset="0"/>
                <a:cs typeface="Times New Roman" panose="02020603050405020304" pitchFamily="18" charset="0"/>
              </a:rPr>
              <a:t>Comments in SQL Statement</a:t>
            </a:r>
          </a:p>
        </p:txBody>
      </p:sp>
      <p:sp>
        <p:nvSpPr>
          <p:cNvPr id="13" name="Slide Number Placeholder 12"/>
          <p:cNvSpPr>
            <a:spLocks noGrp="1"/>
          </p:cNvSpPr>
          <p:nvPr>
            <p:ph type="sldNum" sz="quarter" idx="12"/>
          </p:nvPr>
        </p:nvSpPr>
        <p:spPr/>
        <p:txBody>
          <a:bodyPr/>
          <a:lstStyle/>
          <a:p>
            <a:fld id="{13C51ED2-AC48-45BF-9843-B46461D80413}" type="slidenum">
              <a:rPr lang="en-US" b="1" smtClean="0">
                <a:solidFill>
                  <a:schemeClr val="tx1"/>
                </a:solidFill>
                <a:latin typeface="Times New Roman" panose="02020603050405020304" pitchFamily="18" charset="0"/>
                <a:cs typeface="Times New Roman" panose="02020603050405020304" pitchFamily="18" charset="0"/>
              </a:rPr>
              <a:t>15</a:t>
            </a:fld>
            <a:endParaRPr lang="en-US" b="1" dirty="0">
              <a:solidFill>
                <a:schemeClr val="tx1"/>
              </a:solidFill>
              <a:latin typeface="Times New Roman" panose="02020603050405020304" pitchFamily="18" charset="0"/>
              <a:cs typeface="Times New Roman" panose="02020603050405020304" pitchFamily="18" charset="0"/>
            </a:endParaRPr>
          </a:p>
        </p:txBody>
      </p:sp>
      <p:sp>
        <p:nvSpPr>
          <p:cNvPr id="14" name="Footer Placeholder 3"/>
          <p:cNvSpPr>
            <a:spLocks noGrp="1"/>
          </p:cNvSpPr>
          <p:nvPr>
            <p:ph type="ftr" sz="quarter" idx="11"/>
          </p:nvPr>
        </p:nvSpPr>
        <p:spPr>
          <a:xfrm>
            <a:off x="3413126" y="6355639"/>
            <a:ext cx="5197474" cy="365125"/>
          </a:xfrm>
        </p:spPr>
        <p:txBody>
          <a:bodyPr/>
          <a:lstStyle/>
          <a:p>
            <a:r>
              <a:rPr lang="en-GB" b="1" dirty="0">
                <a:solidFill>
                  <a:schemeClr val="tx1"/>
                </a:solidFill>
                <a:latin typeface="Times New Roman" panose="02020603050405020304" pitchFamily="18" charset="0"/>
                <a:cs typeface="Times New Roman" panose="02020603050405020304" pitchFamily="18" charset="0"/>
              </a:rPr>
              <a:t>NATIONAL UNIVERSITY OF COMPUTER &amp; EMERGING SCIENCES</a:t>
            </a:r>
            <a:endParaRPr lang="en-US" b="1" dirty="0">
              <a:solidFill>
                <a:schemeClr val="tx1"/>
              </a:solidFill>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048512" y="2375755"/>
            <a:ext cx="7899229" cy="1649289"/>
          </a:xfrm>
          <a:prstGeom prst="rect">
            <a:avLst/>
          </a:prstGeom>
        </p:spPr>
      </p:pic>
    </p:spTree>
    <p:extLst>
      <p:ext uri="{BB962C8B-B14F-4D97-AF65-F5344CB8AC3E}">
        <p14:creationId xmlns:p14="http://schemas.microsoft.com/office/powerpoint/2010/main" val="320854221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0629B">
            <a:alpha val="50000"/>
          </a:srgbClr>
        </a:solidFill>
        <a:effectLst/>
      </p:bgPr>
    </p:bg>
    <p:spTree>
      <p:nvGrpSpPr>
        <p:cNvPr id="1" name=""/>
        <p:cNvGrpSpPr/>
        <p:nvPr/>
      </p:nvGrpSpPr>
      <p:grpSpPr>
        <a:xfrm>
          <a:off x="0" y="0"/>
          <a:ext cx="0" cy="0"/>
          <a:chOff x="0" y="0"/>
          <a:chExt cx="0" cy="0"/>
        </a:xfrm>
      </p:grpSpPr>
      <p:grpSp>
        <p:nvGrpSpPr>
          <p:cNvPr id="10" name="object 10"/>
          <p:cNvGrpSpPr/>
          <p:nvPr/>
        </p:nvGrpSpPr>
        <p:grpSpPr>
          <a:xfrm>
            <a:off x="2912618" y="2086208"/>
            <a:ext cx="6756400" cy="1584455"/>
            <a:chOff x="446087" y="3055873"/>
            <a:chExt cx="6946900" cy="2244725"/>
          </a:xfrm>
          <a:solidFill>
            <a:schemeClr val="accent2"/>
          </a:solidFill>
        </p:grpSpPr>
        <p:sp>
          <p:nvSpPr>
            <p:cNvPr id="11" name="object 11"/>
            <p:cNvSpPr/>
            <p:nvPr/>
          </p:nvSpPr>
          <p:spPr>
            <a:xfrm>
              <a:off x="446087" y="3055873"/>
              <a:ext cx="6946900" cy="2244725"/>
            </a:xfrm>
            <a:custGeom>
              <a:avLst/>
              <a:gdLst/>
              <a:ahLst/>
              <a:cxnLst/>
              <a:rect l="l" t="t" r="r" b="b"/>
              <a:pathLst>
                <a:path w="6946900" h="2244725">
                  <a:moveTo>
                    <a:pt x="6946900" y="0"/>
                  </a:moveTo>
                  <a:lnTo>
                    <a:pt x="0" y="0"/>
                  </a:lnTo>
                  <a:lnTo>
                    <a:pt x="0" y="2244725"/>
                  </a:lnTo>
                  <a:lnTo>
                    <a:pt x="6946900" y="2244725"/>
                  </a:lnTo>
                  <a:lnTo>
                    <a:pt x="6946900" y="0"/>
                  </a:lnTo>
                  <a:close/>
                </a:path>
              </a:pathLst>
            </a:custGeom>
            <a:grpFill/>
          </p:spPr>
          <p:txBody>
            <a:bodyPr wrap="square" lIns="0" tIns="0" rIns="0" bIns="0" rtlCol="0"/>
            <a:lstStyle/>
            <a:p>
              <a:endParaRPr b="1">
                <a:latin typeface="Times New Roman" panose="02020603050405020304" pitchFamily="18" charset="0"/>
                <a:cs typeface="Times New Roman" panose="02020603050405020304" pitchFamily="18" charset="0"/>
              </a:endParaRPr>
            </a:p>
          </p:txBody>
        </p:sp>
        <p:sp>
          <p:nvSpPr>
            <p:cNvPr id="12" name="object 12"/>
            <p:cNvSpPr/>
            <p:nvPr/>
          </p:nvSpPr>
          <p:spPr>
            <a:xfrm>
              <a:off x="536575" y="3136899"/>
              <a:ext cx="6765925" cy="2082800"/>
            </a:xfrm>
            <a:custGeom>
              <a:avLst/>
              <a:gdLst/>
              <a:ahLst/>
              <a:cxnLst/>
              <a:rect l="l" t="t" r="r" b="b"/>
              <a:pathLst>
                <a:path w="6765925" h="2082800">
                  <a:moveTo>
                    <a:pt x="6764528" y="0"/>
                  </a:moveTo>
                  <a:lnTo>
                    <a:pt x="1422" y="0"/>
                  </a:lnTo>
                  <a:lnTo>
                    <a:pt x="0" y="1397"/>
                  </a:lnTo>
                  <a:lnTo>
                    <a:pt x="0" y="2081402"/>
                  </a:lnTo>
                  <a:lnTo>
                    <a:pt x="1422" y="2082800"/>
                  </a:lnTo>
                  <a:lnTo>
                    <a:pt x="6764528" y="2082800"/>
                  </a:lnTo>
                  <a:lnTo>
                    <a:pt x="6765925" y="2081402"/>
                  </a:lnTo>
                  <a:lnTo>
                    <a:pt x="6765925" y="2080641"/>
                  </a:lnTo>
                  <a:lnTo>
                    <a:pt x="2590" y="2080641"/>
                  </a:lnTo>
                  <a:lnTo>
                    <a:pt x="2120" y="2080260"/>
                  </a:lnTo>
                  <a:lnTo>
                    <a:pt x="2120" y="2539"/>
                  </a:lnTo>
                  <a:lnTo>
                    <a:pt x="2590" y="2159"/>
                  </a:lnTo>
                  <a:lnTo>
                    <a:pt x="6765925" y="2159"/>
                  </a:lnTo>
                  <a:lnTo>
                    <a:pt x="6765925" y="1397"/>
                  </a:lnTo>
                  <a:lnTo>
                    <a:pt x="6764528" y="0"/>
                  </a:lnTo>
                  <a:close/>
                </a:path>
                <a:path w="6765925" h="2082800">
                  <a:moveTo>
                    <a:pt x="6765925" y="2159"/>
                  </a:moveTo>
                  <a:lnTo>
                    <a:pt x="6763384" y="2159"/>
                  </a:lnTo>
                  <a:lnTo>
                    <a:pt x="6763766" y="2539"/>
                  </a:lnTo>
                  <a:lnTo>
                    <a:pt x="6763766" y="2080260"/>
                  </a:lnTo>
                  <a:lnTo>
                    <a:pt x="6763384" y="2080641"/>
                  </a:lnTo>
                  <a:lnTo>
                    <a:pt x="6765925" y="2080641"/>
                  </a:lnTo>
                  <a:lnTo>
                    <a:pt x="6765925" y="2159"/>
                  </a:lnTo>
                  <a:close/>
                </a:path>
                <a:path w="6765925" h="2082800">
                  <a:moveTo>
                    <a:pt x="6761733" y="4190"/>
                  </a:moveTo>
                  <a:lnTo>
                    <a:pt x="4229" y="4190"/>
                  </a:lnTo>
                  <a:lnTo>
                    <a:pt x="4229" y="2078608"/>
                  </a:lnTo>
                  <a:lnTo>
                    <a:pt x="6761733" y="2078608"/>
                  </a:lnTo>
                  <a:lnTo>
                    <a:pt x="6761733" y="2076450"/>
                  </a:lnTo>
                  <a:lnTo>
                    <a:pt x="6350" y="2076450"/>
                  </a:lnTo>
                  <a:lnTo>
                    <a:pt x="6350" y="6350"/>
                  </a:lnTo>
                  <a:lnTo>
                    <a:pt x="6761733" y="6350"/>
                  </a:lnTo>
                  <a:lnTo>
                    <a:pt x="6761733" y="4190"/>
                  </a:lnTo>
                  <a:close/>
                </a:path>
                <a:path w="6765925" h="2082800">
                  <a:moveTo>
                    <a:pt x="6761733" y="6350"/>
                  </a:moveTo>
                  <a:lnTo>
                    <a:pt x="6759575" y="6350"/>
                  </a:lnTo>
                  <a:lnTo>
                    <a:pt x="6759575" y="2076450"/>
                  </a:lnTo>
                  <a:lnTo>
                    <a:pt x="6761733" y="2076450"/>
                  </a:lnTo>
                  <a:lnTo>
                    <a:pt x="6761733" y="6350"/>
                  </a:lnTo>
                  <a:close/>
                </a:path>
              </a:pathLst>
            </a:custGeom>
            <a:grpFill/>
          </p:spPr>
          <p:txBody>
            <a:bodyPr wrap="square" lIns="0" tIns="0" rIns="0" bIns="0" rtlCol="0"/>
            <a:lstStyle/>
            <a:p>
              <a:endParaRPr b="1">
                <a:latin typeface="Times New Roman" panose="02020603050405020304" pitchFamily="18" charset="0"/>
                <a:cs typeface="Times New Roman" panose="02020603050405020304" pitchFamily="18" charset="0"/>
              </a:endParaRPr>
            </a:p>
          </p:txBody>
        </p:sp>
      </p:grpSp>
      <p:sp>
        <p:nvSpPr>
          <p:cNvPr id="14" name="object 14"/>
          <p:cNvSpPr txBox="1"/>
          <p:nvPr/>
        </p:nvSpPr>
        <p:spPr>
          <a:xfrm>
            <a:off x="2905589" y="2274070"/>
            <a:ext cx="6756400" cy="1244571"/>
          </a:xfrm>
          <a:prstGeom prst="rect">
            <a:avLst/>
          </a:prstGeom>
        </p:spPr>
        <p:txBody>
          <a:bodyPr vert="horz" wrap="square" lIns="0" tIns="13335" rIns="0" bIns="0" rtlCol="0">
            <a:spAutoFit/>
          </a:bodyPr>
          <a:lstStyle/>
          <a:p>
            <a:pPr marL="12700" marR="5080" algn="ctr">
              <a:spcBef>
                <a:spcPts val="105"/>
              </a:spcBef>
            </a:pPr>
            <a:r>
              <a:rPr lang="en-GB" sz="4000" b="1" spc="15" dirty="0">
                <a:latin typeface="Times New Roman" panose="02020603050405020304" pitchFamily="18" charset="0"/>
                <a:cs typeface="Times New Roman" panose="02020603050405020304" pitchFamily="18" charset="0"/>
              </a:rPr>
              <a:t>SQL Injection against Select Statement</a:t>
            </a:r>
          </a:p>
        </p:txBody>
      </p:sp>
      <p:pic>
        <p:nvPicPr>
          <p:cNvPr id="15" name="Picture 1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77369" y="120580"/>
            <a:ext cx="734244" cy="507442"/>
          </a:xfrm>
          <a:prstGeom prst="rect">
            <a:avLst/>
          </a:prstGeom>
        </p:spPr>
      </p:pic>
      <p:sp>
        <p:nvSpPr>
          <p:cNvPr id="5" name="Slide Number Placeholder 4"/>
          <p:cNvSpPr>
            <a:spLocks noGrp="1"/>
          </p:cNvSpPr>
          <p:nvPr>
            <p:ph type="sldNum" sz="quarter" idx="12"/>
          </p:nvPr>
        </p:nvSpPr>
        <p:spPr/>
        <p:txBody>
          <a:bodyPr/>
          <a:lstStyle/>
          <a:p>
            <a:fld id="{13C51ED2-AC48-45BF-9843-B46461D80413}" type="slidenum">
              <a:rPr lang="en-US" b="1" smtClean="0">
                <a:solidFill>
                  <a:schemeClr val="tx1"/>
                </a:solidFill>
                <a:latin typeface="Times New Roman" panose="02020603050405020304" pitchFamily="18" charset="0"/>
                <a:cs typeface="Times New Roman" panose="02020603050405020304" pitchFamily="18" charset="0"/>
              </a:rPr>
              <a:t>16</a:t>
            </a:fld>
            <a:endParaRPr lang="en-US" b="1">
              <a:solidFill>
                <a:schemeClr val="tx1"/>
              </a:solidFill>
              <a:latin typeface="Times New Roman" panose="02020603050405020304" pitchFamily="18" charset="0"/>
              <a:cs typeface="Times New Roman" panose="02020603050405020304" pitchFamily="18" charset="0"/>
            </a:endParaRPr>
          </a:p>
        </p:txBody>
      </p:sp>
      <p:sp>
        <p:nvSpPr>
          <p:cNvPr id="18" name="Footer Placeholder 3"/>
          <p:cNvSpPr>
            <a:spLocks noGrp="1"/>
          </p:cNvSpPr>
          <p:nvPr>
            <p:ph type="ftr" sz="quarter" idx="11"/>
          </p:nvPr>
        </p:nvSpPr>
        <p:spPr>
          <a:xfrm>
            <a:off x="3413126" y="6355639"/>
            <a:ext cx="5197474" cy="365125"/>
          </a:xfrm>
        </p:spPr>
        <p:txBody>
          <a:bodyPr/>
          <a:lstStyle/>
          <a:p>
            <a:r>
              <a:rPr lang="en-GB" b="1" dirty="0">
                <a:solidFill>
                  <a:schemeClr val="tx1"/>
                </a:solidFill>
                <a:latin typeface="Times New Roman" panose="02020603050405020304" pitchFamily="18" charset="0"/>
                <a:cs typeface="Times New Roman" panose="02020603050405020304" pitchFamily="18" charset="0"/>
              </a:rPr>
              <a:t>NATIONAL UNIVERSITY OF COMPUTER &amp; EMERGING SCIENCES</a:t>
            </a:r>
            <a:endParaRPr lang="en-US" b="1" dirty="0">
              <a:solidFill>
                <a:schemeClr val="tx1"/>
              </a:solidFill>
              <a:latin typeface="Times New Roman" panose="02020603050405020304" pitchFamily="18" charset="0"/>
              <a:cs typeface="Times New Roman" panose="02020603050405020304" pitchFamily="18" charset="0"/>
            </a:endParaRPr>
          </a:p>
        </p:txBody>
      </p:sp>
      <p:sp>
        <p:nvSpPr>
          <p:cNvPr id="16" name="Rounded Rectangle 15"/>
          <p:cNvSpPr/>
          <p:nvPr/>
        </p:nvSpPr>
        <p:spPr>
          <a:xfrm>
            <a:off x="2718188" y="3670663"/>
            <a:ext cx="7131203" cy="940526"/>
          </a:xfrm>
          <a:prstGeom prst="round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7449557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0629B">
            <a:alpha val="50000"/>
          </a:srgbClr>
        </a:solidFill>
        <a:effectLst/>
      </p:bgPr>
    </p:bg>
    <p:spTree>
      <p:nvGrpSpPr>
        <p:cNvPr id="1" name=""/>
        <p:cNvGrpSpPr/>
        <p:nvPr/>
      </p:nvGrpSpPr>
      <p:grpSpPr>
        <a:xfrm>
          <a:off x="0" y="0"/>
          <a:ext cx="0" cy="0"/>
          <a:chOff x="0" y="0"/>
          <a:chExt cx="0" cy="0"/>
        </a:xfrm>
      </p:grpSpPr>
      <p:sp>
        <p:nvSpPr>
          <p:cNvPr id="2" name="object 2"/>
          <p:cNvSpPr/>
          <p:nvPr/>
        </p:nvSpPr>
        <p:spPr>
          <a:xfrm>
            <a:off x="940526" y="1045029"/>
            <a:ext cx="10115202" cy="5309899"/>
          </a:xfrm>
          <a:prstGeom prst="rect">
            <a:avLst/>
          </a:prstGeom>
          <a:blipFill>
            <a:blip r:embed="rId2" cstate="print"/>
            <a:stretch>
              <a:fillRect/>
            </a:stretch>
          </a:blip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377369" y="146706"/>
            <a:ext cx="734244" cy="507442"/>
          </a:xfrm>
          <a:prstGeom prst="rect">
            <a:avLst/>
          </a:prstGeom>
        </p:spPr>
      </p:pic>
      <p:sp>
        <p:nvSpPr>
          <p:cNvPr id="9" name="Title 9"/>
          <p:cNvSpPr txBox="1">
            <a:spLocks/>
          </p:cNvSpPr>
          <p:nvPr/>
        </p:nvSpPr>
        <p:spPr>
          <a:xfrm>
            <a:off x="809897" y="39189"/>
            <a:ext cx="8908869" cy="1108881"/>
          </a:xfrm>
          <a:prstGeom prst="rect">
            <a:avLst/>
          </a:prstGeom>
        </p:spPr>
        <p:txBody>
          <a:bodyPr vert="horz" lIns="91440" tIns="45720" rIns="91440" bIns="45720" rtlCol="0" anchor="b">
            <a:normAutofit fontScale="97500"/>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GB" sz="4000" b="1" dirty="0">
                <a:latin typeface="Times New Roman" panose="02020603050405020304" pitchFamily="18" charset="0"/>
                <a:cs typeface="Times New Roman" panose="02020603050405020304" pitchFamily="18" charset="0"/>
              </a:rPr>
              <a:t>How Web Application Interact With Database (1/2)</a:t>
            </a:r>
          </a:p>
        </p:txBody>
      </p:sp>
      <p:sp>
        <p:nvSpPr>
          <p:cNvPr id="13" name="Slide Number Placeholder 12"/>
          <p:cNvSpPr>
            <a:spLocks noGrp="1"/>
          </p:cNvSpPr>
          <p:nvPr>
            <p:ph type="sldNum" sz="quarter" idx="12"/>
          </p:nvPr>
        </p:nvSpPr>
        <p:spPr/>
        <p:txBody>
          <a:bodyPr/>
          <a:lstStyle/>
          <a:p>
            <a:fld id="{13C51ED2-AC48-45BF-9843-B46461D80413}" type="slidenum">
              <a:rPr lang="en-US" b="1" smtClean="0">
                <a:solidFill>
                  <a:schemeClr val="tx1"/>
                </a:solidFill>
                <a:latin typeface="Times New Roman" panose="02020603050405020304" pitchFamily="18" charset="0"/>
                <a:cs typeface="Times New Roman" panose="02020603050405020304" pitchFamily="18" charset="0"/>
              </a:rPr>
              <a:t>17</a:t>
            </a:fld>
            <a:endParaRPr lang="en-US" b="1" dirty="0">
              <a:solidFill>
                <a:schemeClr val="tx1"/>
              </a:solidFill>
              <a:latin typeface="Times New Roman" panose="02020603050405020304" pitchFamily="18" charset="0"/>
              <a:cs typeface="Times New Roman" panose="02020603050405020304" pitchFamily="18" charset="0"/>
            </a:endParaRPr>
          </a:p>
        </p:txBody>
      </p:sp>
      <p:sp>
        <p:nvSpPr>
          <p:cNvPr id="14" name="Footer Placeholder 3"/>
          <p:cNvSpPr>
            <a:spLocks noGrp="1"/>
          </p:cNvSpPr>
          <p:nvPr>
            <p:ph type="ftr" sz="quarter" idx="11"/>
          </p:nvPr>
        </p:nvSpPr>
        <p:spPr>
          <a:xfrm>
            <a:off x="3413126" y="6355639"/>
            <a:ext cx="5197474" cy="365125"/>
          </a:xfrm>
        </p:spPr>
        <p:txBody>
          <a:bodyPr/>
          <a:lstStyle/>
          <a:p>
            <a:r>
              <a:rPr lang="en-GB" b="1" dirty="0">
                <a:solidFill>
                  <a:schemeClr val="tx1"/>
                </a:solidFill>
                <a:latin typeface="Times New Roman" panose="02020603050405020304" pitchFamily="18" charset="0"/>
                <a:cs typeface="Times New Roman" panose="02020603050405020304" pitchFamily="18" charset="0"/>
              </a:rPr>
              <a:t>NATIONAL UNIVERSITY OF COMPUTER &amp; EMERGING SCIENCES</a:t>
            </a:r>
            <a:endParaRPr lang="en-US" b="1" dirty="0">
              <a:solidFill>
                <a:schemeClr val="tx1"/>
              </a:solidFill>
              <a:latin typeface="Times New Roman" panose="02020603050405020304" pitchFamily="18" charset="0"/>
              <a:cs typeface="Times New Roman" panose="02020603050405020304" pitchFamily="18" charset="0"/>
            </a:endParaRPr>
          </a:p>
        </p:txBody>
      </p:sp>
      <p:pic>
        <p:nvPicPr>
          <p:cNvPr id="5" name="Picture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795959" y="1278699"/>
            <a:ext cx="6006047" cy="2104581"/>
          </a:xfrm>
          <a:prstGeom prst="rect">
            <a:avLst/>
          </a:prstGeom>
        </p:spPr>
      </p:pic>
      <p:pic>
        <p:nvPicPr>
          <p:cNvPr id="12" name="Picture 11"/>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900239" y="4007951"/>
            <a:ext cx="5901767" cy="1722306"/>
          </a:xfrm>
          <a:prstGeom prst="rect">
            <a:avLst/>
          </a:prstGeom>
        </p:spPr>
      </p:pic>
    </p:spTree>
    <p:extLst>
      <p:ext uri="{BB962C8B-B14F-4D97-AF65-F5344CB8AC3E}">
        <p14:creationId xmlns:p14="http://schemas.microsoft.com/office/powerpoint/2010/main" val="42714765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0629B">
            <a:alpha val="50000"/>
          </a:srgbClr>
        </a:solidFill>
        <a:effectLst/>
      </p:bgPr>
    </p:bg>
    <p:spTree>
      <p:nvGrpSpPr>
        <p:cNvPr id="1" name=""/>
        <p:cNvGrpSpPr/>
        <p:nvPr/>
      </p:nvGrpSpPr>
      <p:grpSpPr>
        <a:xfrm>
          <a:off x="0" y="0"/>
          <a:ext cx="0" cy="0"/>
          <a:chOff x="0" y="0"/>
          <a:chExt cx="0" cy="0"/>
        </a:xfrm>
      </p:grpSpPr>
      <p:sp>
        <p:nvSpPr>
          <p:cNvPr id="2" name="object 2"/>
          <p:cNvSpPr/>
          <p:nvPr/>
        </p:nvSpPr>
        <p:spPr>
          <a:xfrm>
            <a:off x="940526" y="1045029"/>
            <a:ext cx="10115202" cy="5309899"/>
          </a:xfrm>
          <a:prstGeom prst="rect">
            <a:avLst/>
          </a:prstGeom>
          <a:blipFill>
            <a:blip r:embed="rId2" cstate="print"/>
            <a:stretch>
              <a:fillRect/>
            </a:stretch>
          </a:blip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377369" y="146706"/>
            <a:ext cx="734244" cy="507442"/>
          </a:xfrm>
          <a:prstGeom prst="rect">
            <a:avLst/>
          </a:prstGeom>
        </p:spPr>
      </p:pic>
      <p:sp>
        <p:nvSpPr>
          <p:cNvPr id="9" name="Title 9"/>
          <p:cNvSpPr txBox="1">
            <a:spLocks/>
          </p:cNvSpPr>
          <p:nvPr/>
        </p:nvSpPr>
        <p:spPr>
          <a:xfrm>
            <a:off x="809897" y="26126"/>
            <a:ext cx="8908869" cy="1108881"/>
          </a:xfrm>
          <a:prstGeom prst="rect">
            <a:avLst/>
          </a:prstGeom>
        </p:spPr>
        <p:txBody>
          <a:bodyPr vert="horz" lIns="91440" tIns="45720" rIns="91440" bIns="45720" rtlCol="0" anchor="b">
            <a:normAutofit fontScale="97500"/>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GB" sz="4000" b="1" dirty="0">
                <a:latin typeface="Times New Roman" panose="02020603050405020304" pitchFamily="18" charset="0"/>
                <a:cs typeface="Times New Roman" panose="02020603050405020304" pitchFamily="18" charset="0"/>
              </a:rPr>
              <a:t>How Web Application Interact With Database (2/2)</a:t>
            </a:r>
          </a:p>
        </p:txBody>
      </p:sp>
      <p:sp>
        <p:nvSpPr>
          <p:cNvPr id="13" name="Slide Number Placeholder 12"/>
          <p:cNvSpPr>
            <a:spLocks noGrp="1"/>
          </p:cNvSpPr>
          <p:nvPr>
            <p:ph type="sldNum" sz="quarter" idx="12"/>
          </p:nvPr>
        </p:nvSpPr>
        <p:spPr/>
        <p:txBody>
          <a:bodyPr/>
          <a:lstStyle/>
          <a:p>
            <a:fld id="{13C51ED2-AC48-45BF-9843-B46461D80413}" type="slidenum">
              <a:rPr lang="en-US" b="1" smtClean="0">
                <a:solidFill>
                  <a:schemeClr val="tx1"/>
                </a:solidFill>
                <a:latin typeface="Times New Roman" panose="02020603050405020304" pitchFamily="18" charset="0"/>
                <a:cs typeface="Times New Roman" panose="02020603050405020304" pitchFamily="18" charset="0"/>
              </a:rPr>
              <a:t>18</a:t>
            </a:fld>
            <a:endParaRPr lang="en-US" b="1" dirty="0">
              <a:solidFill>
                <a:schemeClr val="tx1"/>
              </a:solidFill>
              <a:latin typeface="Times New Roman" panose="02020603050405020304" pitchFamily="18" charset="0"/>
              <a:cs typeface="Times New Roman" panose="02020603050405020304" pitchFamily="18" charset="0"/>
            </a:endParaRPr>
          </a:p>
        </p:txBody>
      </p:sp>
      <p:sp>
        <p:nvSpPr>
          <p:cNvPr id="14" name="Footer Placeholder 3"/>
          <p:cNvSpPr>
            <a:spLocks noGrp="1"/>
          </p:cNvSpPr>
          <p:nvPr>
            <p:ph type="ftr" sz="quarter" idx="11"/>
          </p:nvPr>
        </p:nvSpPr>
        <p:spPr>
          <a:xfrm>
            <a:off x="3413126" y="6355639"/>
            <a:ext cx="5197474" cy="365125"/>
          </a:xfrm>
        </p:spPr>
        <p:txBody>
          <a:bodyPr/>
          <a:lstStyle/>
          <a:p>
            <a:r>
              <a:rPr lang="en-GB" b="1" dirty="0">
                <a:solidFill>
                  <a:schemeClr val="tx1"/>
                </a:solidFill>
                <a:latin typeface="Times New Roman" panose="02020603050405020304" pitchFamily="18" charset="0"/>
                <a:cs typeface="Times New Roman" panose="02020603050405020304" pitchFamily="18" charset="0"/>
              </a:rPr>
              <a:t>NATIONAL UNIVERSITY OF COMPUTER &amp; EMERGING SCIENCES</a:t>
            </a:r>
            <a:endParaRPr lang="en-US" b="1" dirty="0">
              <a:solidFill>
                <a:schemeClr val="tx1"/>
              </a:solidFill>
              <a:latin typeface="Times New Roman" panose="02020603050405020304" pitchFamily="18" charset="0"/>
              <a:cs typeface="Times New Roman" panose="02020603050405020304" pitchFamily="18" charset="0"/>
            </a:endParaRPr>
          </a:p>
        </p:txBody>
      </p:sp>
      <p:pic>
        <p:nvPicPr>
          <p:cNvPr id="8" name="Picture 7"/>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755975" y="1775086"/>
            <a:ext cx="8613848" cy="3463119"/>
          </a:xfrm>
          <a:prstGeom prst="rect">
            <a:avLst/>
          </a:prstGeom>
        </p:spPr>
      </p:pic>
    </p:spTree>
    <p:extLst>
      <p:ext uri="{BB962C8B-B14F-4D97-AF65-F5344CB8AC3E}">
        <p14:creationId xmlns:p14="http://schemas.microsoft.com/office/powerpoint/2010/main" val="54588452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0629B">
            <a:alpha val="50000"/>
          </a:srgbClr>
        </a:solidFill>
        <a:effectLst/>
      </p:bgPr>
    </p:bg>
    <p:spTree>
      <p:nvGrpSpPr>
        <p:cNvPr id="1" name=""/>
        <p:cNvGrpSpPr/>
        <p:nvPr/>
      </p:nvGrpSpPr>
      <p:grpSpPr>
        <a:xfrm>
          <a:off x="0" y="0"/>
          <a:ext cx="0" cy="0"/>
          <a:chOff x="0" y="0"/>
          <a:chExt cx="0" cy="0"/>
        </a:xfrm>
      </p:grpSpPr>
      <p:sp>
        <p:nvSpPr>
          <p:cNvPr id="2" name="object 2"/>
          <p:cNvSpPr/>
          <p:nvPr/>
        </p:nvSpPr>
        <p:spPr>
          <a:xfrm>
            <a:off x="940526" y="1045029"/>
            <a:ext cx="10115202" cy="5309899"/>
          </a:xfrm>
          <a:prstGeom prst="rect">
            <a:avLst/>
          </a:prstGeom>
          <a:blipFill>
            <a:blip r:embed="rId2" cstate="print"/>
            <a:stretch>
              <a:fillRect/>
            </a:stretch>
          </a:blip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377369" y="146706"/>
            <a:ext cx="734244" cy="507442"/>
          </a:xfrm>
          <a:prstGeom prst="rect">
            <a:avLst/>
          </a:prstGeom>
        </p:spPr>
      </p:pic>
      <p:sp>
        <p:nvSpPr>
          <p:cNvPr id="9" name="Title 9"/>
          <p:cNvSpPr txBox="1">
            <a:spLocks/>
          </p:cNvSpPr>
          <p:nvPr/>
        </p:nvSpPr>
        <p:spPr>
          <a:xfrm>
            <a:off x="809897" y="549685"/>
            <a:ext cx="9170126" cy="493922"/>
          </a:xfrm>
          <a:prstGeom prst="rect">
            <a:avLst/>
          </a:prstGeom>
        </p:spPr>
        <p:txBody>
          <a:bodyPr vert="horz" lIns="91440" tIns="45720" rIns="91440" bIns="45720" rtlCol="0" anchor="b">
            <a:no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GB" sz="4000" b="1" dirty="0">
                <a:latin typeface="Times New Roman" panose="02020603050405020304" pitchFamily="18" charset="0"/>
                <a:cs typeface="Times New Roman" panose="02020603050405020304" pitchFamily="18" charset="0"/>
              </a:rPr>
              <a:t>Login Without Password: First Case (1/3)</a:t>
            </a:r>
          </a:p>
        </p:txBody>
      </p:sp>
      <p:sp>
        <p:nvSpPr>
          <p:cNvPr id="13" name="Slide Number Placeholder 12"/>
          <p:cNvSpPr>
            <a:spLocks noGrp="1"/>
          </p:cNvSpPr>
          <p:nvPr>
            <p:ph type="sldNum" sz="quarter" idx="12"/>
          </p:nvPr>
        </p:nvSpPr>
        <p:spPr/>
        <p:txBody>
          <a:bodyPr/>
          <a:lstStyle/>
          <a:p>
            <a:fld id="{13C51ED2-AC48-45BF-9843-B46461D80413}" type="slidenum">
              <a:rPr lang="en-US" b="1" smtClean="0">
                <a:solidFill>
                  <a:schemeClr val="tx1"/>
                </a:solidFill>
                <a:latin typeface="Times New Roman" panose="02020603050405020304" pitchFamily="18" charset="0"/>
                <a:cs typeface="Times New Roman" panose="02020603050405020304" pitchFamily="18" charset="0"/>
              </a:rPr>
              <a:t>19</a:t>
            </a:fld>
            <a:endParaRPr lang="en-US" b="1" dirty="0">
              <a:solidFill>
                <a:schemeClr val="tx1"/>
              </a:solidFill>
              <a:latin typeface="Times New Roman" panose="02020603050405020304" pitchFamily="18" charset="0"/>
              <a:cs typeface="Times New Roman" panose="02020603050405020304" pitchFamily="18" charset="0"/>
            </a:endParaRPr>
          </a:p>
        </p:txBody>
      </p:sp>
      <p:sp>
        <p:nvSpPr>
          <p:cNvPr id="14" name="Footer Placeholder 3"/>
          <p:cNvSpPr>
            <a:spLocks noGrp="1"/>
          </p:cNvSpPr>
          <p:nvPr>
            <p:ph type="ftr" sz="quarter" idx="11"/>
          </p:nvPr>
        </p:nvSpPr>
        <p:spPr>
          <a:xfrm>
            <a:off x="3413126" y="6355639"/>
            <a:ext cx="5197474" cy="365125"/>
          </a:xfrm>
        </p:spPr>
        <p:txBody>
          <a:bodyPr/>
          <a:lstStyle/>
          <a:p>
            <a:r>
              <a:rPr lang="en-GB" b="1" dirty="0">
                <a:solidFill>
                  <a:schemeClr val="tx1"/>
                </a:solidFill>
                <a:latin typeface="Times New Roman" panose="02020603050405020304" pitchFamily="18" charset="0"/>
                <a:cs typeface="Times New Roman" panose="02020603050405020304" pitchFamily="18" charset="0"/>
              </a:rPr>
              <a:t>NATIONAL UNIVERSITY OF COMPUTER &amp; EMERGING SCIENCES</a:t>
            </a:r>
            <a:endParaRPr lang="en-US" b="1" dirty="0">
              <a:solidFill>
                <a:schemeClr val="tx1"/>
              </a:solidFill>
              <a:latin typeface="Times New Roman" panose="02020603050405020304" pitchFamily="18" charset="0"/>
              <a:cs typeface="Times New Roman" panose="02020603050405020304" pitchFamily="18" charset="0"/>
            </a:endParaRPr>
          </a:p>
        </p:txBody>
      </p:sp>
      <p:pic>
        <p:nvPicPr>
          <p:cNvPr id="3" name="Picture 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811280" y="1225741"/>
            <a:ext cx="6907486" cy="4975411"/>
          </a:xfrm>
          <a:prstGeom prst="rect">
            <a:avLst/>
          </a:prstGeom>
        </p:spPr>
      </p:pic>
    </p:spTree>
    <p:extLst>
      <p:ext uri="{BB962C8B-B14F-4D97-AF65-F5344CB8AC3E}">
        <p14:creationId xmlns:p14="http://schemas.microsoft.com/office/powerpoint/2010/main" val="340599180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0629B">
            <a:alpha val="50000"/>
          </a:srgbClr>
        </a:solidFill>
        <a:effectLst/>
      </p:bgPr>
    </p:bg>
    <p:spTree>
      <p:nvGrpSpPr>
        <p:cNvPr id="1" name=""/>
        <p:cNvGrpSpPr/>
        <p:nvPr/>
      </p:nvGrpSpPr>
      <p:grpSpPr>
        <a:xfrm>
          <a:off x="0" y="0"/>
          <a:ext cx="0" cy="0"/>
          <a:chOff x="0" y="0"/>
          <a:chExt cx="0" cy="0"/>
        </a:xfrm>
      </p:grpSpPr>
      <p:sp>
        <p:nvSpPr>
          <p:cNvPr id="2" name="object 2"/>
          <p:cNvSpPr/>
          <p:nvPr/>
        </p:nvSpPr>
        <p:spPr>
          <a:xfrm>
            <a:off x="940526" y="1045029"/>
            <a:ext cx="10115202" cy="5309899"/>
          </a:xfrm>
          <a:prstGeom prst="rect">
            <a:avLst/>
          </a:prstGeom>
          <a:blipFill>
            <a:blip r:embed="rId2" cstate="print"/>
            <a:stretch>
              <a:fillRect/>
            </a:stretch>
          </a:blip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377369" y="146706"/>
            <a:ext cx="734244" cy="507442"/>
          </a:xfrm>
          <a:prstGeom prst="rect">
            <a:avLst/>
          </a:prstGeom>
        </p:spPr>
      </p:pic>
      <p:sp>
        <p:nvSpPr>
          <p:cNvPr id="9" name="Title 9"/>
          <p:cNvSpPr txBox="1">
            <a:spLocks/>
          </p:cNvSpPr>
          <p:nvPr/>
        </p:nvSpPr>
        <p:spPr>
          <a:xfrm>
            <a:off x="809897" y="549685"/>
            <a:ext cx="9640389" cy="493922"/>
          </a:xfrm>
          <a:prstGeom prst="rect">
            <a:avLst/>
          </a:prstGeom>
        </p:spPr>
        <p:txBody>
          <a:bodyPr vert="horz" lIns="91440" tIns="45720" rIns="91440" bIns="45720" rtlCol="0" anchor="b">
            <a:no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GB" sz="4000" b="1" dirty="0">
                <a:latin typeface="Times New Roman" panose="02020603050405020304" pitchFamily="18" charset="0"/>
                <a:cs typeface="Times New Roman" panose="02020603050405020304" pitchFamily="18" charset="0"/>
              </a:rPr>
              <a:t>Login Without Password: First Case (2/3)</a:t>
            </a:r>
          </a:p>
        </p:txBody>
      </p:sp>
      <p:sp>
        <p:nvSpPr>
          <p:cNvPr id="13" name="Slide Number Placeholder 12"/>
          <p:cNvSpPr>
            <a:spLocks noGrp="1"/>
          </p:cNvSpPr>
          <p:nvPr>
            <p:ph type="sldNum" sz="quarter" idx="12"/>
          </p:nvPr>
        </p:nvSpPr>
        <p:spPr/>
        <p:txBody>
          <a:bodyPr/>
          <a:lstStyle/>
          <a:p>
            <a:fld id="{13C51ED2-AC48-45BF-9843-B46461D80413}" type="slidenum">
              <a:rPr lang="en-US" b="1" smtClean="0">
                <a:solidFill>
                  <a:schemeClr val="tx1"/>
                </a:solidFill>
                <a:latin typeface="Times New Roman" panose="02020603050405020304" pitchFamily="18" charset="0"/>
                <a:cs typeface="Times New Roman" panose="02020603050405020304" pitchFamily="18" charset="0"/>
              </a:rPr>
              <a:t>20</a:t>
            </a:fld>
            <a:endParaRPr lang="en-US" b="1" dirty="0">
              <a:solidFill>
                <a:schemeClr val="tx1"/>
              </a:solidFill>
              <a:latin typeface="Times New Roman" panose="02020603050405020304" pitchFamily="18" charset="0"/>
              <a:cs typeface="Times New Roman" panose="02020603050405020304" pitchFamily="18" charset="0"/>
            </a:endParaRPr>
          </a:p>
        </p:txBody>
      </p:sp>
      <p:sp>
        <p:nvSpPr>
          <p:cNvPr id="14" name="Footer Placeholder 3"/>
          <p:cNvSpPr>
            <a:spLocks noGrp="1"/>
          </p:cNvSpPr>
          <p:nvPr>
            <p:ph type="ftr" sz="quarter" idx="11"/>
          </p:nvPr>
        </p:nvSpPr>
        <p:spPr>
          <a:xfrm>
            <a:off x="3413126" y="6355639"/>
            <a:ext cx="5197474" cy="365125"/>
          </a:xfrm>
        </p:spPr>
        <p:txBody>
          <a:bodyPr/>
          <a:lstStyle/>
          <a:p>
            <a:r>
              <a:rPr lang="en-GB" b="1" dirty="0">
                <a:solidFill>
                  <a:schemeClr val="tx1"/>
                </a:solidFill>
                <a:latin typeface="Times New Roman" panose="02020603050405020304" pitchFamily="18" charset="0"/>
                <a:cs typeface="Times New Roman" panose="02020603050405020304" pitchFamily="18" charset="0"/>
              </a:rPr>
              <a:t>NATIONAL UNIVERSITY OF COMPUTER &amp; EMERGING SCIENCES</a:t>
            </a:r>
            <a:endParaRPr lang="en-US" b="1" dirty="0">
              <a:solidFill>
                <a:schemeClr val="tx1"/>
              </a:solidFill>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071741" y="1292424"/>
            <a:ext cx="6256956" cy="4598923"/>
          </a:xfrm>
          <a:prstGeom prst="rect">
            <a:avLst/>
          </a:prstGeom>
        </p:spPr>
      </p:pic>
    </p:spTree>
    <p:extLst>
      <p:ext uri="{BB962C8B-B14F-4D97-AF65-F5344CB8AC3E}">
        <p14:creationId xmlns:p14="http://schemas.microsoft.com/office/powerpoint/2010/main" val="78889974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00629B">
            <a:alpha val="50000"/>
          </a:srgbClr>
        </a:solidFill>
        <a:effectLst/>
      </p:bgPr>
    </p:bg>
    <p:spTree>
      <p:nvGrpSpPr>
        <p:cNvPr id="1" name=""/>
        <p:cNvGrpSpPr/>
        <p:nvPr/>
      </p:nvGrpSpPr>
      <p:grpSpPr>
        <a:xfrm>
          <a:off x="0" y="0"/>
          <a:ext cx="0" cy="0"/>
          <a:chOff x="0" y="0"/>
          <a:chExt cx="0" cy="0"/>
        </a:xfrm>
      </p:grpSpPr>
      <p:sp>
        <p:nvSpPr>
          <p:cNvPr id="2" name="object 2"/>
          <p:cNvSpPr/>
          <p:nvPr/>
        </p:nvSpPr>
        <p:spPr>
          <a:xfrm>
            <a:off x="940526" y="1045029"/>
            <a:ext cx="10115202" cy="5309899"/>
          </a:xfrm>
          <a:prstGeom prst="rect">
            <a:avLst/>
          </a:prstGeom>
          <a:blipFill>
            <a:blip r:embed="rId2" cstate="print"/>
            <a:stretch>
              <a:fillRect/>
            </a:stretch>
          </a:blip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377369" y="146706"/>
            <a:ext cx="734244" cy="507442"/>
          </a:xfrm>
          <a:prstGeom prst="rect">
            <a:avLst/>
          </a:prstGeom>
        </p:spPr>
      </p:pic>
      <p:sp>
        <p:nvSpPr>
          <p:cNvPr id="9" name="Title 9"/>
          <p:cNvSpPr txBox="1">
            <a:spLocks/>
          </p:cNvSpPr>
          <p:nvPr/>
        </p:nvSpPr>
        <p:spPr>
          <a:xfrm>
            <a:off x="809897" y="549685"/>
            <a:ext cx="9431383" cy="493922"/>
          </a:xfrm>
          <a:prstGeom prst="rect">
            <a:avLst/>
          </a:prstGeom>
        </p:spPr>
        <p:txBody>
          <a:bodyPr vert="horz" lIns="91440" tIns="45720" rIns="91440" bIns="45720" rtlCol="0" anchor="b">
            <a:no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GB" sz="4000" b="1" dirty="0">
                <a:latin typeface="Times New Roman" panose="02020603050405020304" pitchFamily="18" charset="0"/>
                <a:cs typeface="Times New Roman" panose="02020603050405020304" pitchFamily="18" charset="0"/>
              </a:rPr>
              <a:t>Login Without Password: First Case (3/3)</a:t>
            </a:r>
          </a:p>
        </p:txBody>
      </p:sp>
      <p:sp>
        <p:nvSpPr>
          <p:cNvPr id="13" name="Slide Number Placeholder 12"/>
          <p:cNvSpPr>
            <a:spLocks noGrp="1"/>
          </p:cNvSpPr>
          <p:nvPr>
            <p:ph type="sldNum" sz="quarter" idx="12"/>
          </p:nvPr>
        </p:nvSpPr>
        <p:spPr/>
        <p:txBody>
          <a:bodyPr/>
          <a:lstStyle/>
          <a:p>
            <a:fld id="{13C51ED2-AC48-45BF-9843-B46461D80413}" type="slidenum">
              <a:rPr lang="en-US" b="1" smtClean="0">
                <a:solidFill>
                  <a:schemeClr val="tx1"/>
                </a:solidFill>
                <a:latin typeface="Times New Roman" panose="02020603050405020304" pitchFamily="18" charset="0"/>
                <a:cs typeface="Times New Roman" panose="02020603050405020304" pitchFamily="18" charset="0"/>
              </a:rPr>
              <a:t>21</a:t>
            </a:fld>
            <a:endParaRPr lang="en-US" b="1" dirty="0">
              <a:solidFill>
                <a:schemeClr val="tx1"/>
              </a:solidFill>
              <a:latin typeface="Times New Roman" panose="02020603050405020304" pitchFamily="18" charset="0"/>
              <a:cs typeface="Times New Roman" panose="02020603050405020304" pitchFamily="18" charset="0"/>
            </a:endParaRPr>
          </a:p>
        </p:txBody>
      </p:sp>
      <p:sp>
        <p:nvSpPr>
          <p:cNvPr id="14" name="Footer Placeholder 3"/>
          <p:cNvSpPr>
            <a:spLocks noGrp="1"/>
          </p:cNvSpPr>
          <p:nvPr>
            <p:ph type="ftr" sz="quarter" idx="11"/>
          </p:nvPr>
        </p:nvSpPr>
        <p:spPr>
          <a:xfrm>
            <a:off x="3413126" y="6355639"/>
            <a:ext cx="5197474" cy="365125"/>
          </a:xfrm>
        </p:spPr>
        <p:txBody>
          <a:bodyPr/>
          <a:lstStyle/>
          <a:p>
            <a:r>
              <a:rPr lang="en-GB" b="1" dirty="0">
                <a:solidFill>
                  <a:schemeClr val="tx1"/>
                </a:solidFill>
                <a:latin typeface="Times New Roman" panose="02020603050405020304" pitchFamily="18" charset="0"/>
                <a:cs typeface="Times New Roman" panose="02020603050405020304" pitchFamily="18" charset="0"/>
              </a:rPr>
              <a:t>NATIONAL UNIVERSITY OF COMPUTER &amp; EMERGING SCIENCES</a:t>
            </a:r>
            <a:endParaRPr lang="en-US" b="1" dirty="0">
              <a:solidFill>
                <a:schemeClr val="tx1"/>
              </a:solidFill>
              <a:latin typeface="Times New Roman" panose="02020603050405020304" pitchFamily="18" charset="0"/>
              <a:cs typeface="Times New Roman" panose="02020603050405020304" pitchFamily="18" charset="0"/>
            </a:endParaRPr>
          </a:p>
        </p:txBody>
      </p:sp>
      <p:pic>
        <p:nvPicPr>
          <p:cNvPr id="3" name="Picture 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413126" y="1242185"/>
            <a:ext cx="5077534" cy="4915586"/>
          </a:xfrm>
          <a:prstGeom prst="rect">
            <a:avLst/>
          </a:prstGeom>
        </p:spPr>
      </p:pic>
    </p:spTree>
    <p:extLst>
      <p:ext uri="{BB962C8B-B14F-4D97-AF65-F5344CB8AC3E}">
        <p14:creationId xmlns:p14="http://schemas.microsoft.com/office/powerpoint/2010/main" val="235200111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00629B">
            <a:alpha val="50000"/>
          </a:srgbClr>
        </a:solidFill>
        <a:effectLst/>
      </p:bgPr>
    </p:bg>
    <p:spTree>
      <p:nvGrpSpPr>
        <p:cNvPr id="1" name=""/>
        <p:cNvGrpSpPr/>
        <p:nvPr/>
      </p:nvGrpSpPr>
      <p:grpSpPr>
        <a:xfrm>
          <a:off x="0" y="0"/>
          <a:ext cx="0" cy="0"/>
          <a:chOff x="0" y="0"/>
          <a:chExt cx="0" cy="0"/>
        </a:xfrm>
      </p:grpSpPr>
      <p:sp>
        <p:nvSpPr>
          <p:cNvPr id="2" name="object 2"/>
          <p:cNvSpPr/>
          <p:nvPr/>
        </p:nvSpPr>
        <p:spPr>
          <a:xfrm>
            <a:off x="940526" y="1045029"/>
            <a:ext cx="10115202" cy="5309899"/>
          </a:xfrm>
          <a:prstGeom prst="rect">
            <a:avLst/>
          </a:prstGeom>
          <a:blipFill>
            <a:blip r:embed="rId2" cstate="print"/>
            <a:stretch>
              <a:fillRect/>
            </a:stretch>
          </a:blip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377369" y="146706"/>
            <a:ext cx="734244" cy="507442"/>
          </a:xfrm>
          <a:prstGeom prst="rect">
            <a:avLst/>
          </a:prstGeom>
        </p:spPr>
      </p:pic>
      <p:sp>
        <p:nvSpPr>
          <p:cNvPr id="9" name="Title 9"/>
          <p:cNvSpPr txBox="1">
            <a:spLocks/>
          </p:cNvSpPr>
          <p:nvPr/>
        </p:nvSpPr>
        <p:spPr>
          <a:xfrm>
            <a:off x="809897" y="549685"/>
            <a:ext cx="8908869" cy="493922"/>
          </a:xfrm>
          <a:prstGeom prst="rect">
            <a:avLst/>
          </a:prstGeom>
        </p:spPr>
        <p:txBody>
          <a:bodyPr vert="horz" lIns="91440" tIns="45720" rIns="91440" bIns="45720" rtlCol="0" anchor="b">
            <a:no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GB" sz="4000" b="1" dirty="0">
                <a:latin typeface="Times New Roman" panose="02020603050405020304" pitchFamily="18" charset="0"/>
                <a:cs typeface="Times New Roman" panose="02020603050405020304" pitchFamily="18" charset="0"/>
              </a:rPr>
              <a:t>Login Without Password: 2</a:t>
            </a:r>
            <a:r>
              <a:rPr lang="en-GB" sz="4000" b="1" baseline="30000" dirty="0">
                <a:latin typeface="Times New Roman" panose="02020603050405020304" pitchFamily="18" charset="0"/>
                <a:cs typeface="Times New Roman" panose="02020603050405020304" pitchFamily="18" charset="0"/>
              </a:rPr>
              <a:t>nd</a:t>
            </a:r>
            <a:r>
              <a:rPr lang="en-GB" sz="4000" b="1" dirty="0">
                <a:latin typeface="Times New Roman" panose="02020603050405020304" pitchFamily="18" charset="0"/>
                <a:cs typeface="Times New Roman" panose="02020603050405020304" pitchFamily="18" charset="0"/>
              </a:rPr>
              <a:t> Case  (1/3)</a:t>
            </a:r>
          </a:p>
        </p:txBody>
      </p:sp>
      <p:sp>
        <p:nvSpPr>
          <p:cNvPr id="13" name="Slide Number Placeholder 12"/>
          <p:cNvSpPr>
            <a:spLocks noGrp="1"/>
          </p:cNvSpPr>
          <p:nvPr>
            <p:ph type="sldNum" sz="quarter" idx="12"/>
          </p:nvPr>
        </p:nvSpPr>
        <p:spPr/>
        <p:txBody>
          <a:bodyPr/>
          <a:lstStyle/>
          <a:p>
            <a:fld id="{13C51ED2-AC48-45BF-9843-B46461D80413}" type="slidenum">
              <a:rPr lang="en-US" b="1" smtClean="0">
                <a:solidFill>
                  <a:schemeClr val="tx1"/>
                </a:solidFill>
                <a:latin typeface="Times New Roman" panose="02020603050405020304" pitchFamily="18" charset="0"/>
                <a:cs typeface="Times New Roman" panose="02020603050405020304" pitchFamily="18" charset="0"/>
              </a:rPr>
              <a:t>22</a:t>
            </a:fld>
            <a:endParaRPr lang="en-US" b="1" dirty="0">
              <a:solidFill>
                <a:schemeClr val="tx1"/>
              </a:solidFill>
              <a:latin typeface="Times New Roman" panose="02020603050405020304" pitchFamily="18" charset="0"/>
              <a:cs typeface="Times New Roman" panose="02020603050405020304" pitchFamily="18" charset="0"/>
            </a:endParaRPr>
          </a:p>
        </p:txBody>
      </p:sp>
      <p:sp>
        <p:nvSpPr>
          <p:cNvPr id="14" name="Footer Placeholder 3"/>
          <p:cNvSpPr>
            <a:spLocks noGrp="1"/>
          </p:cNvSpPr>
          <p:nvPr>
            <p:ph type="ftr" sz="quarter" idx="11"/>
          </p:nvPr>
        </p:nvSpPr>
        <p:spPr>
          <a:xfrm>
            <a:off x="3413126" y="6355639"/>
            <a:ext cx="5197474" cy="365125"/>
          </a:xfrm>
        </p:spPr>
        <p:txBody>
          <a:bodyPr/>
          <a:lstStyle/>
          <a:p>
            <a:r>
              <a:rPr lang="en-GB" b="1" dirty="0">
                <a:solidFill>
                  <a:schemeClr val="tx1"/>
                </a:solidFill>
                <a:latin typeface="Times New Roman" panose="02020603050405020304" pitchFamily="18" charset="0"/>
                <a:cs typeface="Times New Roman" panose="02020603050405020304" pitchFamily="18" charset="0"/>
              </a:rPr>
              <a:t>NATIONAL UNIVERSITY OF COMPUTER &amp; EMERGING SCIENCES</a:t>
            </a:r>
            <a:endParaRPr lang="en-US" b="1" dirty="0">
              <a:solidFill>
                <a:schemeClr val="tx1"/>
              </a:solidFill>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136911" y="1274743"/>
            <a:ext cx="6803923" cy="4767901"/>
          </a:xfrm>
          <a:prstGeom prst="rect">
            <a:avLst/>
          </a:prstGeom>
        </p:spPr>
      </p:pic>
    </p:spTree>
    <p:extLst>
      <p:ext uri="{BB962C8B-B14F-4D97-AF65-F5344CB8AC3E}">
        <p14:creationId xmlns:p14="http://schemas.microsoft.com/office/powerpoint/2010/main" val="359544143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00629B">
            <a:alpha val="50000"/>
          </a:srgbClr>
        </a:solidFill>
        <a:effectLst/>
      </p:bgPr>
    </p:bg>
    <p:spTree>
      <p:nvGrpSpPr>
        <p:cNvPr id="1" name=""/>
        <p:cNvGrpSpPr/>
        <p:nvPr/>
      </p:nvGrpSpPr>
      <p:grpSpPr>
        <a:xfrm>
          <a:off x="0" y="0"/>
          <a:ext cx="0" cy="0"/>
          <a:chOff x="0" y="0"/>
          <a:chExt cx="0" cy="0"/>
        </a:xfrm>
      </p:grpSpPr>
      <p:sp>
        <p:nvSpPr>
          <p:cNvPr id="2" name="object 2"/>
          <p:cNvSpPr/>
          <p:nvPr/>
        </p:nvSpPr>
        <p:spPr>
          <a:xfrm>
            <a:off x="940526" y="1045029"/>
            <a:ext cx="10115202" cy="5309899"/>
          </a:xfrm>
          <a:prstGeom prst="rect">
            <a:avLst/>
          </a:prstGeom>
          <a:blipFill>
            <a:blip r:embed="rId2" cstate="print"/>
            <a:stretch>
              <a:fillRect/>
            </a:stretch>
          </a:blip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377369" y="146706"/>
            <a:ext cx="734244" cy="507442"/>
          </a:xfrm>
          <a:prstGeom prst="rect">
            <a:avLst/>
          </a:prstGeom>
        </p:spPr>
      </p:pic>
      <p:sp>
        <p:nvSpPr>
          <p:cNvPr id="9" name="Title 9"/>
          <p:cNvSpPr txBox="1">
            <a:spLocks/>
          </p:cNvSpPr>
          <p:nvPr/>
        </p:nvSpPr>
        <p:spPr>
          <a:xfrm>
            <a:off x="809897" y="549685"/>
            <a:ext cx="8908869" cy="493922"/>
          </a:xfrm>
          <a:prstGeom prst="rect">
            <a:avLst/>
          </a:prstGeom>
        </p:spPr>
        <p:txBody>
          <a:bodyPr vert="horz" lIns="91440" tIns="45720" rIns="91440" bIns="45720" rtlCol="0" anchor="b">
            <a:no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GB" sz="4000" b="1" dirty="0">
                <a:latin typeface="Times New Roman" panose="02020603050405020304" pitchFamily="18" charset="0"/>
                <a:cs typeface="Times New Roman" panose="02020603050405020304" pitchFamily="18" charset="0"/>
              </a:rPr>
              <a:t>Login Without Password: 2</a:t>
            </a:r>
            <a:r>
              <a:rPr lang="en-GB" sz="4000" b="1" baseline="30000" dirty="0">
                <a:latin typeface="Times New Roman" panose="02020603050405020304" pitchFamily="18" charset="0"/>
                <a:cs typeface="Times New Roman" panose="02020603050405020304" pitchFamily="18" charset="0"/>
              </a:rPr>
              <a:t>nd</a:t>
            </a:r>
            <a:r>
              <a:rPr lang="en-GB" sz="4000" b="1" dirty="0">
                <a:latin typeface="Times New Roman" panose="02020603050405020304" pitchFamily="18" charset="0"/>
                <a:cs typeface="Times New Roman" panose="02020603050405020304" pitchFamily="18" charset="0"/>
              </a:rPr>
              <a:t> Case  (2/3)</a:t>
            </a:r>
          </a:p>
        </p:txBody>
      </p:sp>
      <p:sp>
        <p:nvSpPr>
          <p:cNvPr id="13" name="Slide Number Placeholder 12"/>
          <p:cNvSpPr>
            <a:spLocks noGrp="1"/>
          </p:cNvSpPr>
          <p:nvPr>
            <p:ph type="sldNum" sz="quarter" idx="12"/>
          </p:nvPr>
        </p:nvSpPr>
        <p:spPr/>
        <p:txBody>
          <a:bodyPr/>
          <a:lstStyle/>
          <a:p>
            <a:fld id="{13C51ED2-AC48-45BF-9843-B46461D80413}" type="slidenum">
              <a:rPr lang="en-US" b="1" smtClean="0">
                <a:solidFill>
                  <a:schemeClr val="tx1"/>
                </a:solidFill>
                <a:latin typeface="Times New Roman" panose="02020603050405020304" pitchFamily="18" charset="0"/>
                <a:cs typeface="Times New Roman" panose="02020603050405020304" pitchFamily="18" charset="0"/>
              </a:rPr>
              <a:t>23</a:t>
            </a:fld>
            <a:endParaRPr lang="en-US" b="1" dirty="0">
              <a:solidFill>
                <a:schemeClr val="tx1"/>
              </a:solidFill>
              <a:latin typeface="Times New Roman" panose="02020603050405020304" pitchFamily="18" charset="0"/>
              <a:cs typeface="Times New Roman" panose="02020603050405020304" pitchFamily="18" charset="0"/>
            </a:endParaRPr>
          </a:p>
        </p:txBody>
      </p:sp>
      <p:sp>
        <p:nvSpPr>
          <p:cNvPr id="14" name="Footer Placeholder 3"/>
          <p:cNvSpPr>
            <a:spLocks noGrp="1"/>
          </p:cNvSpPr>
          <p:nvPr>
            <p:ph type="ftr" sz="quarter" idx="11"/>
          </p:nvPr>
        </p:nvSpPr>
        <p:spPr>
          <a:xfrm>
            <a:off x="3413126" y="6355639"/>
            <a:ext cx="5197474" cy="365125"/>
          </a:xfrm>
        </p:spPr>
        <p:txBody>
          <a:bodyPr/>
          <a:lstStyle/>
          <a:p>
            <a:r>
              <a:rPr lang="en-GB" b="1" dirty="0">
                <a:solidFill>
                  <a:schemeClr val="tx1"/>
                </a:solidFill>
                <a:latin typeface="Times New Roman" panose="02020603050405020304" pitchFamily="18" charset="0"/>
                <a:cs typeface="Times New Roman" panose="02020603050405020304" pitchFamily="18" charset="0"/>
              </a:rPr>
              <a:t>NATIONAL UNIVERSITY OF COMPUTER &amp; EMERGING SCIENCES</a:t>
            </a:r>
            <a:endParaRPr lang="en-US" b="1" dirty="0">
              <a:solidFill>
                <a:schemeClr val="tx1"/>
              </a:solidFill>
              <a:latin typeface="Times New Roman" panose="02020603050405020304" pitchFamily="18" charset="0"/>
              <a:cs typeface="Times New Roman" panose="02020603050405020304" pitchFamily="18" charset="0"/>
            </a:endParaRPr>
          </a:p>
        </p:txBody>
      </p:sp>
      <p:pic>
        <p:nvPicPr>
          <p:cNvPr id="3" name="Picture 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070656" y="1519832"/>
            <a:ext cx="6384077" cy="4201700"/>
          </a:xfrm>
          <a:prstGeom prst="rect">
            <a:avLst/>
          </a:prstGeom>
        </p:spPr>
      </p:pic>
    </p:spTree>
    <p:extLst>
      <p:ext uri="{BB962C8B-B14F-4D97-AF65-F5344CB8AC3E}">
        <p14:creationId xmlns:p14="http://schemas.microsoft.com/office/powerpoint/2010/main" val="245795135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00629B">
            <a:alpha val="50000"/>
          </a:srgbClr>
        </a:solidFill>
        <a:effectLst/>
      </p:bgPr>
    </p:bg>
    <p:spTree>
      <p:nvGrpSpPr>
        <p:cNvPr id="1" name=""/>
        <p:cNvGrpSpPr/>
        <p:nvPr/>
      </p:nvGrpSpPr>
      <p:grpSpPr>
        <a:xfrm>
          <a:off x="0" y="0"/>
          <a:ext cx="0" cy="0"/>
          <a:chOff x="0" y="0"/>
          <a:chExt cx="0" cy="0"/>
        </a:xfrm>
      </p:grpSpPr>
      <p:sp>
        <p:nvSpPr>
          <p:cNvPr id="2" name="object 2"/>
          <p:cNvSpPr/>
          <p:nvPr/>
        </p:nvSpPr>
        <p:spPr>
          <a:xfrm>
            <a:off x="940526" y="1045029"/>
            <a:ext cx="10115202" cy="5309899"/>
          </a:xfrm>
          <a:prstGeom prst="rect">
            <a:avLst/>
          </a:prstGeom>
          <a:blipFill>
            <a:blip r:embed="rId2" cstate="print"/>
            <a:stretch>
              <a:fillRect/>
            </a:stretch>
          </a:blip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377369" y="146706"/>
            <a:ext cx="734244" cy="507442"/>
          </a:xfrm>
          <a:prstGeom prst="rect">
            <a:avLst/>
          </a:prstGeom>
        </p:spPr>
      </p:pic>
      <p:sp>
        <p:nvSpPr>
          <p:cNvPr id="9" name="Title 9"/>
          <p:cNvSpPr txBox="1">
            <a:spLocks/>
          </p:cNvSpPr>
          <p:nvPr/>
        </p:nvSpPr>
        <p:spPr>
          <a:xfrm>
            <a:off x="809897" y="549685"/>
            <a:ext cx="8908869" cy="493922"/>
          </a:xfrm>
          <a:prstGeom prst="rect">
            <a:avLst/>
          </a:prstGeom>
        </p:spPr>
        <p:txBody>
          <a:bodyPr vert="horz" lIns="91440" tIns="45720" rIns="91440" bIns="45720" rtlCol="0" anchor="b">
            <a:no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GB" sz="4000" b="1" dirty="0">
                <a:latin typeface="Times New Roman" panose="02020603050405020304" pitchFamily="18" charset="0"/>
                <a:cs typeface="Times New Roman" panose="02020603050405020304" pitchFamily="18" charset="0"/>
              </a:rPr>
              <a:t>Login Without Password: 2</a:t>
            </a:r>
            <a:r>
              <a:rPr lang="en-GB" sz="4000" b="1" baseline="30000" dirty="0">
                <a:latin typeface="Times New Roman" panose="02020603050405020304" pitchFamily="18" charset="0"/>
                <a:cs typeface="Times New Roman" panose="02020603050405020304" pitchFamily="18" charset="0"/>
              </a:rPr>
              <a:t>nd</a:t>
            </a:r>
            <a:r>
              <a:rPr lang="en-GB" sz="4000" b="1" dirty="0">
                <a:latin typeface="Times New Roman" panose="02020603050405020304" pitchFamily="18" charset="0"/>
                <a:cs typeface="Times New Roman" panose="02020603050405020304" pitchFamily="18" charset="0"/>
              </a:rPr>
              <a:t> Case  (3/3)</a:t>
            </a:r>
          </a:p>
        </p:txBody>
      </p:sp>
      <p:sp>
        <p:nvSpPr>
          <p:cNvPr id="13" name="Slide Number Placeholder 12"/>
          <p:cNvSpPr>
            <a:spLocks noGrp="1"/>
          </p:cNvSpPr>
          <p:nvPr>
            <p:ph type="sldNum" sz="quarter" idx="12"/>
          </p:nvPr>
        </p:nvSpPr>
        <p:spPr/>
        <p:txBody>
          <a:bodyPr/>
          <a:lstStyle/>
          <a:p>
            <a:fld id="{13C51ED2-AC48-45BF-9843-B46461D80413}" type="slidenum">
              <a:rPr lang="en-US" b="1" smtClean="0">
                <a:solidFill>
                  <a:schemeClr val="tx1"/>
                </a:solidFill>
                <a:latin typeface="Times New Roman" panose="02020603050405020304" pitchFamily="18" charset="0"/>
                <a:cs typeface="Times New Roman" panose="02020603050405020304" pitchFamily="18" charset="0"/>
              </a:rPr>
              <a:t>24</a:t>
            </a:fld>
            <a:endParaRPr lang="en-US" b="1" dirty="0">
              <a:solidFill>
                <a:schemeClr val="tx1"/>
              </a:solidFill>
              <a:latin typeface="Times New Roman" panose="02020603050405020304" pitchFamily="18" charset="0"/>
              <a:cs typeface="Times New Roman" panose="02020603050405020304" pitchFamily="18" charset="0"/>
            </a:endParaRPr>
          </a:p>
        </p:txBody>
      </p:sp>
      <p:sp>
        <p:nvSpPr>
          <p:cNvPr id="14" name="Footer Placeholder 3"/>
          <p:cNvSpPr>
            <a:spLocks noGrp="1"/>
          </p:cNvSpPr>
          <p:nvPr>
            <p:ph type="ftr" sz="quarter" idx="11"/>
          </p:nvPr>
        </p:nvSpPr>
        <p:spPr>
          <a:xfrm>
            <a:off x="3413126" y="6355639"/>
            <a:ext cx="5197474" cy="365125"/>
          </a:xfrm>
        </p:spPr>
        <p:txBody>
          <a:bodyPr/>
          <a:lstStyle/>
          <a:p>
            <a:r>
              <a:rPr lang="en-GB" b="1" dirty="0">
                <a:solidFill>
                  <a:schemeClr val="tx1"/>
                </a:solidFill>
                <a:latin typeface="Times New Roman" panose="02020603050405020304" pitchFamily="18" charset="0"/>
                <a:cs typeface="Times New Roman" panose="02020603050405020304" pitchFamily="18" charset="0"/>
              </a:rPr>
              <a:t>NATIONAL UNIVERSITY OF COMPUTER &amp; EMERGING SCIENCES</a:t>
            </a:r>
            <a:endParaRPr lang="en-US" b="1" dirty="0">
              <a:solidFill>
                <a:schemeClr val="tx1"/>
              </a:solidFill>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809686" y="1462816"/>
            <a:ext cx="5942427" cy="4099909"/>
          </a:xfrm>
          <a:prstGeom prst="rect">
            <a:avLst/>
          </a:prstGeom>
        </p:spPr>
      </p:pic>
    </p:spTree>
    <p:extLst>
      <p:ext uri="{BB962C8B-B14F-4D97-AF65-F5344CB8AC3E}">
        <p14:creationId xmlns:p14="http://schemas.microsoft.com/office/powerpoint/2010/main" val="151301727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00629B">
            <a:alpha val="50000"/>
          </a:srgbClr>
        </a:solidFill>
        <a:effectLst/>
      </p:bgPr>
    </p:bg>
    <p:spTree>
      <p:nvGrpSpPr>
        <p:cNvPr id="1" name=""/>
        <p:cNvGrpSpPr/>
        <p:nvPr/>
      </p:nvGrpSpPr>
      <p:grpSpPr>
        <a:xfrm>
          <a:off x="0" y="0"/>
          <a:ext cx="0" cy="0"/>
          <a:chOff x="0" y="0"/>
          <a:chExt cx="0" cy="0"/>
        </a:xfrm>
      </p:grpSpPr>
      <p:grpSp>
        <p:nvGrpSpPr>
          <p:cNvPr id="10" name="object 10"/>
          <p:cNvGrpSpPr/>
          <p:nvPr/>
        </p:nvGrpSpPr>
        <p:grpSpPr>
          <a:xfrm>
            <a:off x="2912618" y="2086208"/>
            <a:ext cx="6756400" cy="1584455"/>
            <a:chOff x="446087" y="3055873"/>
            <a:chExt cx="6946900" cy="2244725"/>
          </a:xfrm>
          <a:solidFill>
            <a:schemeClr val="accent2"/>
          </a:solidFill>
        </p:grpSpPr>
        <p:sp>
          <p:nvSpPr>
            <p:cNvPr id="11" name="object 11"/>
            <p:cNvSpPr/>
            <p:nvPr/>
          </p:nvSpPr>
          <p:spPr>
            <a:xfrm>
              <a:off x="446087" y="3055873"/>
              <a:ext cx="6946900" cy="2244725"/>
            </a:xfrm>
            <a:custGeom>
              <a:avLst/>
              <a:gdLst/>
              <a:ahLst/>
              <a:cxnLst/>
              <a:rect l="l" t="t" r="r" b="b"/>
              <a:pathLst>
                <a:path w="6946900" h="2244725">
                  <a:moveTo>
                    <a:pt x="6946900" y="0"/>
                  </a:moveTo>
                  <a:lnTo>
                    <a:pt x="0" y="0"/>
                  </a:lnTo>
                  <a:lnTo>
                    <a:pt x="0" y="2244725"/>
                  </a:lnTo>
                  <a:lnTo>
                    <a:pt x="6946900" y="2244725"/>
                  </a:lnTo>
                  <a:lnTo>
                    <a:pt x="6946900" y="0"/>
                  </a:lnTo>
                  <a:close/>
                </a:path>
              </a:pathLst>
            </a:custGeom>
            <a:grpFill/>
          </p:spPr>
          <p:txBody>
            <a:bodyPr wrap="square" lIns="0" tIns="0" rIns="0" bIns="0" rtlCol="0"/>
            <a:lstStyle/>
            <a:p>
              <a:endParaRPr b="1">
                <a:latin typeface="Times New Roman" panose="02020603050405020304" pitchFamily="18" charset="0"/>
                <a:cs typeface="Times New Roman" panose="02020603050405020304" pitchFamily="18" charset="0"/>
              </a:endParaRPr>
            </a:p>
          </p:txBody>
        </p:sp>
        <p:sp>
          <p:nvSpPr>
            <p:cNvPr id="12" name="object 12"/>
            <p:cNvSpPr/>
            <p:nvPr/>
          </p:nvSpPr>
          <p:spPr>
            <a:xfrm>
              <a:off x="536575" y="3136899"/>
              <a:ext cx="6765925" cy="2082800"/>
            </a:xfrm>
            <a:custGeom>
              <a:avLst/>
              <a:gdLst/>
              <a:ahLst/>
              <a:cxnLst/>
              <a:rect l="l" t="t" r="r" b="b"/>
              <a:pathLst>
                <a:path w="6765925" h="2082800">
                  <a:moveTo>
                    <a:pt x="6764528" y="0"/>
                  </a:moveTo>
                  <a:lnTo>
                    <a:pt x="1422" y="0"/>
                  </a:lnTo>
                  <a:lnTo>
                    <a:pt x="0" y="1397"/>
                  </a:lnTo>
                  <a:lnTo>
                    <a:pt x="0" y="2081402"/>
                  </a:lnTo>
                  <a:lnTo>
                    <a:pt x="1422" y="2082800"/>
                  </a:lnTo>
                  <a:lnTo>
                    <a:pt x="6764528" y="2082800"/>
                  </a:lnTo>
                  <a:lnTo>
                    <a:pt x="6765925" y="2081402"/>
                  </a:lnTo>
                  <a:lnTo>
                    <a:pt x="6765925" y="2080641"/>
                  </a:lnTo>
                  <a:lnTo>
                    <a:pt x="2590" y="2080641"/>
                  </a:lnTo>
                  <a:lnTo>
                    <a:pt x="2120" y="2080260"/>
                  </a:lnTo>
                  <a:lnTo>
                    <a:pt x="2120" y="2539"/>
                  </a:lnTo>
                  <a:lnTo>
                    <a:pt x="2590" y="2159"/>
                  </a:lnTo>
                  <a:lnTo>
                    <a:pt x="6765925" y="2159"/>
                  </a:lnTo>
                  <a:lnTo>
                    <a:pt x="6765925" y="1397"/>
                  </a:lnTo>
                  <a:lnTo>
                    <a:pt x="6764528" y="0"/>
                  </a:lnTo>
                  <a:close/>
                </a:path>
                <a:path w="6765925" h="2082800">
                  <a:moveTo>
                    <a:pt x="6765925" y="2159"/>
                  </a:moveTo>
                  <a:lnTo>
                    <a:pt x="6763384" y="2159"/>
                  </a:lnTo>
                  <a:lnTo>
                    <a:pt x="6763766" y="2539"/>
                  </a:lnTo>
                  <a:lnTo>
                    <a:pt x="6763766" y="2080260"/>
                  </a:lnTo>
                  <a:lnTo>
                    <a:pt x="6763384" y="2080641"/>
                  </a:lnTo>
                  <a:lnTo>
                    <a:pt x="6765925" y="2080641"/>
                  </a:lnTo>
                  <a:lnTo>
                    <a:pt x="6765925" y="2159"/>
                  </a:lnTo>
                  <a:close/>
                </a:path>
                <a:path w="6765925" h="2082800">
                  <a:moveTo>
                    <a:pt x="6761733" y="4190"/>
                  </a:moveTo>
                  <a:lnTo>
                    <a:pt x="4229" y="4190"/>
                  </a:lnTo>
                  <a:lnTo>
                    <a:pt x="4229" y="2078608"/>
                  </a:lnTo>
                  <a:lnTo>
                    <a:pt x="6761733" y="2078608"/>
                  </a:lnTo>
                  <a:lnTo>
                    <a:pt x="6761733" y="2076450"/>
                  </a:lnTo>
                  <a:lnTo>
                    <a:pt x="6350" y="2076450"/>
                  </a:lnTo>
                  <a:lnTo>
                    <a:pt x="6350" y="6350"/>
                  </a:lnTo>
                  <a:lnTo>
                    <a:pt x="6761733" y="6350"/>
                  </a:lnTo>
                  <a:lnTo>
                    <a:pt x="6761733" y="4190"/>
                  </a:lnTo>
                  <a:close/>
                </a:path>
                <a:path w="6765925" h="2082800">
                  <a:moveTo>
                    <a:pt x="6761733" y="6350"/>
                  </a:moveTo>
                  <a:lnTo>
                    <a:pt x="6759575" y="6350"/>
                  </a:lnTo>
                  <a:lnTo>
                    <a:pt x="6759575" y="2076450"/>
                  </a:lnTo>
                  <a:lnTo>
                    <a:pt x="6761733" y="2076450"/>
                  </a:lnTo>
                  <a:lnTo>
                    <a:pt x="6761733" y="6350"/>
                  </a:lnTo>
                  <a:close/>
                </a:path>
              </a:pathLst>
            </a:custGeom>
            <a:grpFill/>
          </p:spPr>
          <p:txBody>
            <a:bodyPr wrap="square" lIns="0" tIns="0" rIns="0" bIns="0" rtlCol="0"/>
            <a:lstStyle/>
            <a:p>
              <a:endParaRPr b="1">
                <a:latin typeface="Times New Roman" panose="02020603050405020304" pitchFamily="18" charset="0"/>
                <a:cs typeface="Times New Roman" panose="02020603050405020304" pitchFamily="18" charset="0"/>
              </a:endParaRPr>
            </a:p>
          </p:txBody>
        </p:sp>
      </p:grpSp>
      <p:sp>
        <p:nvSpPr>
          <p:cNvPr id="14" name="object 14"/>
          <p:cNvSpPr txBox="1"/>
          <p:nvPr/>
        </p:nvSpPr>
        <p:spPr>
          <a:xfrm>
            <a:off x="2905589" y="2274070"/>
            <a:ext cx="6756400" cy="1244571"/>
          </a:xfrm>
          <a:prstGeom prst="rect">
            <a:avLst/>
          </a:prstGeom>
        </p:spPr>
        <p:txBody>
          <a:bodyPr vert="horz" wrap="square" lIns="0" tIns="13335" rIns="0" bIns="0" rtlCol="0">
            <a:spAutoFit/>
          </a:bodyPr>
          <a:lstStyle/>
          <a:p>
            <a:pPr marL="12700" marR="5080" algn="ctr">
              <a:spcBef>
                <a:spcPts val="105"/>
              </a:spcBef>
            </a:pPr>
            <a:r>
              <a:rPr lang="en-GB" sz="4000" b="1" spc="15" dirty="0">
                <a:latin typeface="Times New Roman" panose="02020603050405020304" pitchFamily="18" charset="0"/>
                <a:cs typeface="Times New Roman" panose="02020603050405020304" pitchFamily="18" charset="0"/>
              </a:rPr>
              <a:t>Modify Database Using SQL Injection</a:t>
            </a:r>
          </a:p>
        </p:txBody>
      </p:sp>
      <p:pic>
        <p:nvPicPr>
          <p:cNvPr id="15" name="Picture 1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77369" y="120580"/>
            <a:ext cx="734244" cy="507442"/>
          </a:xfrm>
          <a:prstGeom prst="rect">
            <a:avLst/>
          </a:prstGeom>
        </p:spPr>
      </p:pic>
      <p:sp>
        <p:nvSpPr>
          <p:cNvPr id="5" name="Slide Number Placeholder 4"/>
          <p:cNvSpPr>
            <a:spLocks noGrp="1"/>
          </p:cNvSpPr>
          <p:nvPr>
            <p:ph type="sldNum" sz="quarter" idx="12"/>
          </p:nvPr>
        </p:nvSpPr>
        <p:spPr/>
        <p:txBody>
          <a:bodyPr/>
          <a:lstStyle/>
          <a:p>
            <a:fld id="{13C51ED2-AC48-45BF-9843-B46461D80413}" type="slidenum">
              <a:rPr lang="en-US" b="1" smtClean="0">
                <a:solidFill>
                  <a:schemeClr val="tx1"/>
                </a:solidFill>
                <a:latin typeface="Times New Roman" panose="02020603050405020304" pitchFamily="18" charset="0"/>
                <a:cs typeface="Times New Roman" panose="02020603050405020304" pitchFamily="18" charset="0"/>
              </a:rPr>
              <a:t>25</a:t>
            </a:fld>
            <a:endParaRPr lang="en-US" b="1">
              <a:solidFill>
                <a:schemeClr val="tx1"/>
              </a:solidFill>
              <a:latin typeface="Times New Roman" panose="02020603050405020304" pitchFamily="18" charset="0"/>
              <a:cs typeface="Times New Roman" panose="02020603050405020304" pitchFamily="18" charset="0"/>
            </a:endParaRPr>
          </a:p>
        </p:txBody>
      </p:sp>
      <p:sp>
        <p:nvSpPr>
          <p:cNvPr id="18" name="Footer Placeholder 3"/>
          <p:cNvSpPr>
            <a:spLocks noGrp="1"/>
          </p:cNvSpPr>
          <p:nvPr>
            <p:ph type="ftr" sz="quarter" idx="11"/>
          </p:nvPr>
        </p:nvSpPr>
        <p:spPr>
          <a:xfrm>
            <a:off x="3413126" y="6355639"/>
            <a:ext cx="5197474" cy="365125"/>
          </a:xfrm>
        </p:spPr>
        <p:txBody>
          <a:bodyPr/>
          <a:lstStyle/>
          <a:p>
            <a:r>
              <a:rPr lang="en-GB" b="1" dirty="0">
                <a:solidFill>
                  <a:schemeClr val="tx1"/>
                </a:solidFill>
                <a:latin typeface="Times New Roman" panose="02020603050405020304" pitchFamily="18" charset="0"/>
                <a:cs typeface="Times New Roman" panose="02020603050405020304" pitchFamily="18" charset="0"/>
              </a:rPr>
              <a:t>NATIONAL UNIVERSITY OF COMPUTER &amp; EMERGING SCIENCES</a:t>
            </a:r>
            <a:endParaRPr lang="en-US" b="1" dirty="0">
              <a:solidFill>
                <a:schemeClr val="tx1"/>
              </a:solidFill>
              <a:latin typeface="Times New Roman" panose="02020603050405020304" pitchFamily="18" charset="0"/>
              <a:cs typeface="Times New Roman" panose="02020603050405020304" pitchFamily="18" charset="0"/>
            </a:endParaRPr>
          </a:p>
        </p:txBody>
      </p:sp>
      <p:sp>
        <p:nvSpPr>
          <p:cNvPr id="16" name="Rounded Rectangle 15"/>
          <p:cNvSpPr/>
          <p:nvPr/>
        </p:nvSpPr>
        <p:spPr>
          <a:xfrm>
            <a:off x="2718188" y="3670663"/>
            <a:ext cx="7131203" cy="940526"/>
          </a:xfrm>
          <a:prstGeom prst="round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1494793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00629B">
            <a:alpha val="50000"/>
          </a:srgbClr>
        </a:solidFill>
        <a:effectLst/>
      </p:bgPr>
    </p:bg>
    <p:spTree>
      <p:nvGrpSpPr>
        <p:cNvPr id="1" name=""/>
        <p:cNvGrpSpPr/>
        <p:nvPr/>
      </p:nvGrpSpPr>
      <p:grpSpPr>
        <a:xfrm>
          <a:off x="0" y="0"/>
          <a:ext cx="0" cy="0"/>
          <a:chOff x="0" y="0"/>
          <a:chExt cx="0" cy="0"/>
        </a:xfrm>
      </p:grpSpPr>
      <p:sp>
        <p:nvSpPr>
          <p:cNvPr id="2" name="object 2"/>
          <p:cNvSpPr/>
          <p:nvPr/>
        </p:nvSpPr>
        <p:spPr>
          <a:xfrm>
            <a:off x="940526" y="1045029"/>
            <a:ext cx="10115202" cy="5309899"/>
          </a:xfrm>
          <a:prstGeom prst="rect">
            <a:avLst/>
          </a:prstGeom>
          <a:blipFill>
            <a:blip r:embed="rId2" cstate="print"/>
            <a:stretch>
              <a:fillRect/>
            </a:stretch>
          </a:blip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377369" y="146706"/>
            <a:ext cx="734244" cy="507442"/>
          </a:xfrm>
          <a:prstGeom prst="rect">
            <a:avLst/>
          </a:prstGeom>
        </p:spPr>
      </p:pic>
      <p:sp>
        <p:nvSpPr>
          <p:cNvPr id="9" name="Title 9"/>
          <p:cNvSpPr txBox="1">
            <a:spLocks/>
          </p:cNvSpPr>
          <p:nvPr/>
        </p:nvSpPr>
        <p:spPr>
          <a:xfrm>
            <a:off x="809897" y="549685"/>
            <a:ext cx="8908869" cy="493922"/>
          </a:xfrm>
          <a:prstGeom prst="rect">
            <a:avLst/>
          </a:prstGeom>
        </p:spPr>
        <p:txBody>
          <a:bodyPr vert="horz" lIns="91440" tIns="45720" rIns="91440" bIns="45720" rtlCol="0" anchor="b">
            <a:no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GB" sz="4000" b="1" dirty="0">
                <a:latin typeface="Times New Roman" panose="02020603050405020304" pitchFamily="18" charset="0"/>
                <a:cs typeface="Times New Roman" panose="02020603050405020304" pitchFamily="18" charset="0"/>
              </a:rPr>
              <a:t>Change Your Own Salary (1/4)</a:t>
            </a:r>
          </a:p>
        </p:txBody>
      </p:sp>
      <p:sp>
        <p:nvSpPr>
          <p:cNvPr id="13" name="Slide Number Placeholder 12"/>
          <p:cNvSpPr>
            <a:spLocks noGrp="1"/>
          </p:cNvSpPr>
          <p:nvPr>
            <p:ph type="sldNum" sz="quarter" idx="12"/>
          </p:nvPr>
        </p:nvSpPr>
        <p:spPr/>
        <p:txBody>
          <a:bodyPr/>
          <a:lstStyle/>
          <a:p>
            <a:fld id="{13C51ED2-AC48-45BF-9843-B46461D80413}" type="slidenum">
              <a:rPr lang="en-US" b="1" smtClean="0">
                <a:solidFill>
                  <a:schemeClr val="tx1"/>
                </a:solidFill>
                <a:latin typeface="Times New Roman" panose="02020603050405020304" pitchFamily="18" charset="0"/>
                <a:cs typeface="Times New Roman" panose="02020603050405020304" pitchFamily="18" charset="0"/>
              </a:rPr>
              <a:t>26</a:t>
            </a:fld>
            <a:endParaRPr lang="en-US" b="1" dirty="0">
              <a:solidFill>
                <a:schemeClr val="tx1"/>
              </a:solidFill>
              <a:latin typeface="Times New Roman" panose="02020603050405020304" pitchFamily="18" charset="0"/>
              <a:cs typeface="Times New Roman" panose="02020603050405020304" pitchFamily="18" charset="0"/>
            </a:endParaRPr>
          </a:p>
        </p:txBody>
      </p:sp>
      <p:sp>
        <p:nvSpPr>
          <p:cNvPr id="14" name="Footer Placeholder 3"/>
          <p:cNvSpPr>
            <a:spLocks noGrp="1"/>
          </p:cNvSpPr>
          <p:nvPr>
            <p:ph type="ftr" sz="quarter" idx="11"/>
          </p:nvPr>
        </p:nvSpPr>
        <p:spPr>
          <a:xfrm>
            <a:off x="3413126" y="6355639"/>
            <a:ext cx="5197474" cy="365125"/>
          </a:xfrm>
        </p:spPr>
        <p:txBody>
          <a:bodyPr/>
          <a:lstStyle/>
          <a:p>
            <a:r>
              <a:rPr lang="en-GB" b="1" dirty="0">
                <a:solidFill>
                  <a:schemeClr val="tx1"/>
                </a:solidFill>
                <a:latin typeface="Times New Roman" panose="02020603050405020304" pitchFamily="18" charset="0"/>
                <a:cs typeface="Times New Roman" panose="02020603050405020304" pitchFamily="18" charset="0"/>
              </a:rPr>
              <a:t>NATIONAL UNIVERSITY OF COMPUTER &amp; EMERGING SCIENCES</a:t>
            </a:r>
            <a:endParaRPr lang="en-US" b="1" dirty="0">
              <a:solidFill>
                <a:schemeClr val="tx1"/>
              </a:solidFill>
              <a:latin typeface="Times New Roman" panose="02020603050405020304" pitchFamily="18" charset="0"/>
              <a:cs typeface="Times New Roman" panose="02020603050405020304" pitchFamily="18" charset="0"/>
            </a:endParaRPr>
          </a:p>
        </p:txBody>
      </p:sp>
      <p:pic>
        <p:nvPicPr>
          <p:cNvPr id="3" name="Picture 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340947" y="1605137"/>
            <a:ext cx="7535434" cy="4247023"/>
          </a:xfrm>
          <a:prstGeom prst="rect">
            <a:avLst/>
          </a:prstGeom>
        </p:spPr>
      </p:pic>
    </p:spTree>
    <p:extLst>
      <p:ext uri="{BB962C8B-B14F-4D97-AF65-F5344CB8AC3E}">
        <p14:creationId xmlns:p14="http://schemas.microsoft.com/office/powerpoint/2010/main" val="106976832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00629B">
            <a:alpha val="50000"/>
          </a:srgbClr>
        </a:solidFill>
        <a:effectLst/>
      </p:bgPr>
    </p:bg>
    <p:spTree>
      <p:nvGrpSpPr>
        <p:cNvPr id="1" name=""/>
        <p:cNvGrpSpPr/>
        <p:nvPr/>
      </p:nvGrpSpPr>
      <p:grpSpPr>
        <a:xfrm>
          <a:off x="0" y="0"/>
          <a:ext cx="0" cy="0"/>
          <a:chOff x="0" y="0"/>
          <a:chExt cx="0" cy="0"/>
        </a:xfrm>
      </p:grpSpPr>
      <p:sp>
        <p:nvSpPr>
          <p:cNvPr id="2" name="object 2"/>
          <p:cNvSpPr/>
          <p:nvPr/>
        </p:nvSpPr>
        <p:spPr>
          <a:xfrm>
            <a:off x="940526" y="1045029"/>
            <a:ext cx="10115202" cy="5309899"/>
          </a:xfrm>
          <a:prstGeom prst="rect">
            <a:avLst/>
          </a:prstGeom>
          <a:blipFill>
            <a:blip r:embed="rId2" cstate="print"/>
            <a:stretch>
              <a:fillRect/>
            </a:stretch>
          </a:blip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377369" y="146706"/>
            <a:ext cx="734244" cy="507442"/>
          </a:xfrm>
          <a:prstGeom prst="rect">
            <a:avLst/>
          </a:prstGeom>
        </p:spPr>
      </p:pic>
      <p:sp>
        <p:nvSpPr>
          <p:cNvPr id="9" name="Title 9"/>
          <p:cNvSpPr txBox="1">
            <a:spLocks/>
          </p:cNvSpPr>
          <p:nvPr/>
        </p:nvSpPr>
        <p:spPr>
          <a:xfrm>
            <a:off x="809897" y="549685"/>
            <a:ext cx="8908869" cy="493922"/>
          </a:xfrm>
          <a:prstGeom prst="rect">
            <a:avLst/>
          </a:prstGeom>
        </p:spPr>
        <p:txBody>
          <a:bodyPr vert="horz" lIns="91440" tIns="45720" rIns="91440" bIns="45720" rtlCol="0" anchor="b">
            <a:no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GB" sz="4000" b="1" dirty="0">
                <a:latin typeface="Times New Roman" panose="02020603050405020304" pitchFamily="18" charset="0"/>
                <a:cs typeface="Times New Roman" panose="02020603050405020304" pitchFamily="18" charset="0"/>
              </a:rPr>
              <a:t>Change Your Own Salary (2/4)</a:t>
            </a:r>
          </a:p>
        </p:txBody>
      </p:sp>
      <p:sp>
        <p:nvSpPr>
          <p:cNvPr id="13" name="Slide Number Placeholder 12"/>
          <p:cNvSpPr>
            <a:spLocks noGrp="1"/>
          </p:cNvSpPr>
          <p:nvPr>
            <p:ph type="sldNum" sz="quarter" idx="12"/>
          </p:nvPr>
        </p:nvSpPr>
        <p:spPr/>
        <p:txBody>
          <a:bodyPr/>
          <a:lstStyle/>
          <a:p>
            <a:fld id="{13C51ED2-AC48-45BF-9843-B46461D80413}" type="slidenum">
              <a:rPr lang="en-US" b="1" smtClean="0">
                <a:solidFill>
                  <a:schemeClr val="tx1"/>
                </a:solidFill>
                <a:latin typeface="Times New Roman" panose="02020603050405020304" pitchFamily="18" charset="0"/>
                <a:cs typeface="Times New Roman" panose="02020603050405020304" pitchFamily="18" charset="0"/>
              </a:rPr>
              <a:t>27</a:t>
            </a:fld>
            <a:endParaRPr lang="en-US" b="1" dirty="0">
              <a:solidFill>
                <a:schemeClr val="tx1"/>
              </a:solidFill>
              <a:latin typeface="Times New Roman" panose="02020603050405020304" pitchFamily="18" charset="0"/>
              <a:cs typeface="Times New Roman" panose="02020603050405020304" pitchFamily="18" charset="0"/>
            </a:endParaRPr>
          </a:p>
        </p:txBody>
      </p:sp>
      <p:sp>
        <p:nvSpPr>
          <p:cNvPr id="14" name="Footer Placeholder 3"/>
          <p:cNvSpPr>
            <a:spLocks noGrp="1"/>
          </p:cNvSpPr>
          <p:nvPr>
            <p:ph type="ftr" sz="quarter" idx="11"/>
          </p:nvPr>
        </p:nvSpPr>
        <p:spPr>
          <a:xfrm>
            <a:off x="3413126" y="6355639"/>
            <a:ext cx="5197474" cy="365125"/>
          </a:xfrm>
        </p:spPr>
        <p:txBody>
          <a:bodyPr/>
          <a:lstStyle/>
          <a:p>
            <a:r>
              <a:rPr lang="en-GB" b="1" dirty="0">
                <a:solidFill>
                  <a:schemeClr val="tx1"/>
                </a:solidFill>
                <a:latin typeface="Times New Roman" panose="02020603050405020304" pitchFamily="18" charset="0"/>
                <a:cs typeface="Times New Roman" panose="02020603050405020304" pitchFamily="18" charset="0"/>
              </a:rPr>
              <a:t>NATIONAL UNIVERSITY OF COMPUTER &amp; EMERGING SCIENCES</a:t>
            </a:r>
            <a:endParaRPr lang="en-US" b="1" dirty="0">
              <a:solidFill>
                <a:schemeClr val="tx1"/>
              </a:solidFill>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704540" y="1413659"/>
            <a:ext cx="4906060" cy="4572638"/>
          </a:xfrm>
          <a:prstGeom prst="rect">
            <a:avLst/>
          </a:prstGeom>
        </p:spPr>
      </p:pic>
    </p:spTree>
    <p:extLst>
      <p:ext uri="{BB962C8B-B14F-4D97-AF65-F5344CB8AC3E}">
        <p14:creationId xmlns:p14="http://schemas.microsoft.com/office/powerpoint/2010/main" val="39719228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00629B">
            <a:alpha val="50000"/>
          </a:srgbClr>
        </a:solidFill>
        <a:effectLst/>
      </p:bgPr>
    </p:bg>
    <p:spTree>
      <p:nvGrpSpPr>
        <p:cNvPr id="1" name=""/>
        <p:cNvGrpSpPr/>
        <p:nvPr/>
      </p:nvGrpSpPr>
      <p:grpSpPr>
        <a:xfrm>
          <a:off x="0" y="0"/>
          <a:ext cx="0" cy="0"/>
          <a:chOff x="0" y="0"/>
          <a:chExt cx="0" cy="0"/>
        </a:xfrm>
      </p:grpSpPr>
      <p:sp>
        <p:nvSpPr>
          <p:cNvPr id="2" name="object 2"/>
          <p:cNvSpPr/>
          <p:nvPr/>
        </p:nvSpPr>
        <p:spPr>
          <a:xfrm>
            <a:off x="940526" y="1045029"/>
            <a:ext cx="10115202" cy="5309899"/>
          </a:xfrm>
          <a:prstGeom prst="rect">
            <a:avLst/>
          </a:prstGeom>
          <a:blipFill>
            <a:blip r:embed="rId2" cstate="print"/>
            <a:stretch>
              <a:fillRect/>
            </a:stretch>
          </a:blip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377369" y="146706"/>
            <a:ext cx="734244" cy="507442"/>
          </a:xfrm>
          <a:prstGeom prst="rect">
            <a:avLst/>
          </a:prstGeom>
        </p:spPr>
      </p:pic>
      <p:sp>
        <p:nvSpPr>
          <p:cNvPr id="9" name="Title 9"/>
          <p:cNvSpPr txBox="1">
            <a:spLocks/>
          </p:cNvSpPr>
          <p:nvPr/>
        </p:nvSpPr>
        <p:spPr>
          <a:xfrm>
            <a:off x="809897" y="549685"/>
            <a:ext cx="8908869" cy="493922"/>
          </a:xfrm>
          <a:prstGeom prst="rect">
            <a:avLst/>
          </a:prstGeom>
        </p:spPr>
        <p:txBody>
          <a:bodyPr vert="horz" lIns="91440" tIns="45720" rIns="91440" bIns="45720" rtlCol="0" anchor="b">
            <a:no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GB" sz="4000" b="1" dirty="0">
                <a:latin typeface="Times New Roman" panose="02020603050405020304" pitchFamily="18" charset="0"/>
                <a:cs typeface="Times New Roman" panose="02020603050405020304" pitchFamily="18" charset="0"/>
              </a:rPr>
              <a:t>Change Your Own Salary (3/4)</a:t>
            </a:r>
          </a:p>
        </p:txBody>
      </p:sp>
      <p:sp>
        <p:nvSpPr>
          <p:cNvPr id="13" name="Slide Number Placeholder 12"/>
          <p:cNvSpPr>
            <a:spLocks noGrp="1"/>
          </p:cNvSpPr>
          <p:nvPr>
            <p:ph type="sldNum" sz="quarter" idx="12"/>
          </p:nvPr>
        </p:nvSpPr>
        <p:spPr/>
        <p:txBody>
          <a:bodyPr/>
          <a:lstStyle/>
          <a:p>
            <a:fld id="{13C51ED2-AC48-45BF-9843-B46461D80413}" type="slidenum">
              <a:rPr lang="en-US" b="1" smtClean="0">
                <a:solidFill>
                  <a:schemeClr val="tx1"/>
                </a:solidFill>
                <a:latin typeface="Times New Roman" panose="02020603050405020304" pitchFamily="18" charset="0"/>
                <a:cs typeface="Times New Roman" panose="02020603050405020304" pitchFamily="18" charset="0"/>
              </a:rPr>
              <a:t>28</a:t>
            </a:fld>
            <a:endParaRPr lang="en-US" b="1" dirty="0">
              <a:solidFill>
                <a:schemeClr val="tx1"/>
              </a:solidFill>
              <a:latin typeface="Times New Roman" panose="02020603050405020304" pitchFamily="18" charset="0"/>
              <a:cs typeface="Times New Roman" panose="02020603050405020304" pitchFamily="18" charset="0"/>
            </a:endParaRPr>
          </a:p>
        </p:txBody>
      </p:sp>
      <p:sp>
        <p:nvSpPr>
          <p:cNvPr id="14" name="Footer Placeholder 3"/>
          <p:cNvSpPr>
            <a:spLocks noGrp="1"/>
          </p:cNvSpPr>
          <p:nvPr>
            <p:ph type="ftr" sz="quarter" idx="11"/>
          </p:nvPr>
        </p:nvSpPr>
        <p:spPr>
          <a:xfrm>
            <a:off x="3413126" y="6355639"/>
            <a:ext cx="5197474" cy="365125"/>
          </a:xfrm>
        </p:spPr>
        <p:txBody>
          <a:bodyPr/>
          <a:lstStyle/>
          <a:p>
            <a:r>
              <a:rPr lang="en-GB" b="1" dirty="0">
                <a:solidFill>
                  <a:schemeClr val="tx1"/>
                </a:solidFill>
                <a:latin typeface="Times New Roman" panose="02020603050405020304" pitchFamily="18" charset="0"/>
                <a:cs typeface="Times New Roman" panose="02020603050405020304" pitchFamily="18" charset="0"/>
              </a:rPr>
              <a:t>NATIONAL UNIVERSITY OF COMPUTER &amp; EMERGING SCIENCES</a:t>
            </a:r>
            <a:endParaRPr lang="en-US" b="1" dirty="0">
              <a:solidFill>
                <a:schemeClr val="tx1"/>
              </a:solidFill>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268833" y="1238884"/>
            <a:ext cx="5458587" cy="4563112"/>
          </a:xfrm>
          <a:prstGeom prst="rect">
            <a:avLst/>
          </a:prstGeom>
        </p:spPr>
      </p:pic>
    </p:spTree>
    <p:extLst>
      <p:ext uri="{BB962C8B-B14F-4D97-AF65-F5344CB8AC3E}">
        <p14:creationId xmlns:p14="http://schemas.microsoft.com/office/powerpoint/2010/main" val="144700049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00629B">
            <a:alpha val="50000"/>
          </a:srgbClr>
        </a:solidFill>
        <a:effectLst/>
      </p:bgPr>
    </p:bg>
    <p:spTree>
      <p:nvGrpSpPr>
        <p:cNvPr id="1" name=""/>
        <p:cNvGrpSpPr/>
        <p:nvPr/>
      </p:nvGrpSpPr>
      <p:grpSpPr>
        <a:xfrm>
          <a:off x="0" y="0"/>
          <a:ext cx="0" cy="0"/>
          <a:chOff x="0" y="0"/>
          <a:chExt cx="0" cy="0"/>
        </a:xfrm>
      </p:grpSpPr>
      <p:sp>
        <p:nvSpPr>
          <p:cNvPr id="2" name="object 2"/>
          <p:cNvSpPr/>
          <p:nvPr/>
        </p:nvSpPr>
        <p:spPr>
          <a:xfrm>
            <a:off x="940526" y="1045029"/>
            <a:ext cx="10115202" cy="5309899"/>
          </a:xfrm>
          <a:prstGeom prst="rect">
            <a:avLst/>
          </a:prstGeom>
          <a:blipFill>
            <a:blip r:embed="rId2" cstate="print"/>
            <a:stretch>
              <a:fillRect/>
            </a:stretch>
          </a:blip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377369" y="146706"/>
            <a:ext cx="734244" cy="507442"/>
          </a:xfrm>
          <a:prstGeom prst="rect">
            <a:avLst/>
          </a:prstGeom>
        </p:spPr>
      </p:pic>
      <p:sp>
        <p:nvSpPr>
          <p:cNvPr id="9" name="Title 9"/>
          <p:cNvSpPr txBox="1">
            <a:spLocks/>
          </p:cNvSpPr>
          <p:nvPr/>
        </p:nvSpPr>
        <p:spPr>
          <a:xfrm>
            <a:off x="809897" y="549685"/>
            <a:ext cx="8908869" cy="493922"/>
          </a:xfrm>
          <a:prstGeom prst="rect">
            <a:avLst/>
          </a:prstGeom>
        </p:spPr>
        <p:txBody>
          <a:bodyPr vert="horz" lIns="91440" tIns="45720" rIns="91440" bIns="45720" rtlCol="0" anchor="b">
            <a:no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GB" sz="4000" b="1" dirty="0">
                <a:latin typeface="Times New Roman" panose="02020603050405020304" pitchFamily="18" charset="0"/>
                <a:cs typeface="Times New Roman" panose="02020603050405020304" pitchFamily="18" charset="0"/>
              </a:rPr>
              <a:t>Change Your Own Salary (4/4)</a:t>
            </a:r>
          </a:p>
        </p:txBody>
      </p:sp>
      <p:sp>
        <p:nvSpPr>
          <p:cNvPr id="13" name="Slide Number Placeholder 12"/>
          <p:cNvSpPr>
            <a:spLocks noGrp="1"/>
          </p:cNvSpPr>
          <p:nvPr>
            <p:ph type="sldNum" sz="quarter" idx="12"/>
          </p:nvPr>
        </p:nvSpPr>
        <p:spPr/>
        <p:txBody>
          <a:bodyPr/>
          <a:lstStyle/>
          <a:p>
            <a:fld id="{13C51ED2-AC48-45BF-9843-B46461D80413}" type="slidenum">
              <a:rPr lang="en-US" b="1" smtClean="0">
                <a:solidFill>
                  <a:schemeClr val="tx1"/>
                </a:solidFill>
                <a:latin typeface="Times New Roman" panose="02020603050405020304" pitchFamily="18" charset="0"/>
                <a:cs typeface="Times New Roman" panose="02020603050405020304" pitchFamily="18" charset="0"/>
              </a:rPr>
              <a:t>29</a:t>
            </a:fld>
            <a:endParaRPr lang="en-US" b="1" dirty="0">
              <a:solidFill>
                <a:schemeClr val="tx1"/>
              </a:solidFill>
              <a:latin typeface="Times New Roman" panose="02020603050405020304" pitchFamily="18" charset="0"/>
              <a:cs typeface="Times New Roman" panose="02020603050405020304" pitchFamily="18" charset="0"/>
            </a:endParaRPr>
          </a:p>
        </p:txBody>
      </p:sp>
      <p:sp>
        <p:nvSpPr>
          <p:cNvPr id="14" name="Footer Placeholder 3"/>
          <p:cNvSpPr>
            <a:spLocks noGrp="1"/>
          </p:cNvSpPr>
          <p:nvPr>
            <p:ph type="ftr" sz="quarter" idx="11"/>
          </p:nvPr>
        </p:nvSpPr>
        <p:spPr>
          <a:xfrm>
            <a:off x="3413126" y="6355639"/>
            <a:ext cx="5197474" cy="365125"/>
          </a:xfrm>
        </p:spPr>
        <p:txBody>
          <a:bodyPr/>
          <a:lstStyle/>
          <a:p>
            <a:r>
              <a:rPr lang="en-GB" b="1" dirty="0">
                <a:solidFill>
                  <a:schemeClr val="tx1"/>
                </a:solidFill>
                <a:latin typeface="Times New Roman" panose="02020603050405020304" pitchFamily="18" charset="0"/>
                <a:cs typeface="Times New Roman" panose="02020603050405020304" pitchFamily="18" charset="0"/>
              </a:rPr>
              <a:t>NATIONAL UNIVERSITY OF COMPUTER &amp; EMERGING SCIENCES</a:t>
            </a:r>
            <a:endParaRPr lang="en-US" b="1" dirty="0">
              <a:solidFill>
                <a:schemeClr val="tx1"/>
              </a:solidFill>
              <a:latin typeface="Times New Roman" panose="02020603050405020304" pitchFamily="18" charset="0"/>
              <a:cs typeface="Times New Roman" panose="02020603050405020304" pitchFamily="18" charset="0"/>
            </a:endParaRPr>
          </a:p>
        </p:txBody>
      </p:sp>
      <p:pic>
        <p:nvPicPr>
          <p:cNvPr id="3" name="Picture 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554623" y="1375645"/>
            <a:ext cx="4887007" cy="4420217"/>
          </a:xfrm>
          <a:prstGeom prst="rect">
            <a:avLst/>
          </a:prstGeom>
        </p:spPr>
      </p:pic>
    </p:spTree>
    <p:extLst>
      <p:ext uri="{BB962C8B-B14F-4D97-AF65-F5344CB8AC3E}">
        <p14:creationId xmlns:p14="http://schemas.microsoft.com/office/powerpoint/2010/main" val="59090606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00629B">
            <a:alpha val="50000"/>
          </a:srgbClr>
        </a:solidFill>
        <a:effectLst/>
      </p:bgPr>
    </p:bg>
    <p:spTree>
      <p:nvGrpSpPr>
        <p:cNvPr id="1" name=""/>
        <p:cNvGrpSpPr/>
        <p:nvPr/>
      </p:nvGrpSpPr>
      <p:grpSpPr>
        <a:xfrm>
          <a:off x="0" y="0"/>
          <a:ext cx="0" cy="0"/>
          <a:chOff x="0" y="0"/>
          <a:chExt cx="0" cy="0"/>
        </a:xfrm>
      </p:grpSpPr>
      <p:sp>
        <p:nvSpPr>
          <p:cNvPr id="2" name="object 2"/>
          <p:cNvSpPr/>
          <p:nvPr/>
        </p:nvSpPr>
        <p:spPr>
          <a:xfrm>
            <a:off x="940526" y="1045029"/>
            <a:ext cx="10115202" cy="5309899"/>
          </a:xfrm>
          <a:prstGeom prst="rect">
            <a:avLst/>
          </a:prstGeom>
          <a:blipFill>
            <a:blip r:embed="rId2" cstate="print"/>
            <a:stretch>
              <a:fillRect/>
            </a:stretch>
          </a:blip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377369" y="146706"/>
            <a:ext cx="734244" cy="507442"/>
          </a:xfrm>
          <a:prstGeom prst="rect">
            <a:avLst/>
          </a:prstGeom>
        </p:spPr>
      </p:pic>
      <p:sp>
        <p:nvSpPr>
          <p:cNvPr id="9" name="Title 9"/>
          <p:cNvSpPr txBox="1">
            <a:spLocks/>
          </p:cNvSpPr>
          <p:nvPr/>
        </p:nvSpPr>
        <p:spPr>
          <a:xfrm>
            <a:off x="809897" y="549685"/>
            <a:ext cx="8908869" cy="493922"/>
          </a:xfrm>
          <a:prstGeom prst="rect">
            <a:avLst/>
          </a:prstGeom>
        </p:spPr>
        <p:txBody>
          <a:bodyPr vert="horz" lIns="91440" tIns="45720" rIns="91440" bIns="45720" rtlCol="0" anchor="b">
            <a:no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GB" sz="4000" b="1" dirty="0">
                <a:latin typeface="Times New Roman" panose="02020603050405020304" pitchFamily="18" charset="0"/>
                <a:cs typeface="Times New Roman" panose="02020603050405020304" pitchFamily="18" charset="0"/>
              </a:rPr>
              <a:t>Change Someone’s Salary (1/4) </a:t>
            </a:r>
          </a:p>
        </p:txBody>
      </p:sp>
      <p:sp>
        <p:nvSpPr>
          <p:cNvPr id="13" name="Slide Number Placeholder 12"/>
          <p:cNvSpPr>
            <a:spLocks noGrp="1"/>
          </p:cNvSpPr>
          <p:nvPr>
            <p:ph type="sldNum" sz="quarter" idx="12"/>
          </p:nvPr>
        </p:nvSpPr>
        <p:spPr/>
        <p:txBody>
          <a:bodyPr/>
          <a:lstStyle/>
          <a:p>
            <a:fld id="{13C51ED2-AC48-45BF-9843-B46461D80413}" type="slidenum">
              <a:rPr lang="en-US" b="1" smtClean="0">
                <a:solidFill>
                  <a:schemeClr val="tx1"/>
                </a:solidFill>
                <a:latin typeface="Times New Roman" panose="02020603050405020304" pitchFamily="18" charset="0"/>
                <a:cs typeface="Times New Roman" panose="02020603050405020304" pitchFamily="18" charset="0"/>
              </a:rPr>
              <a:t>30</a:t>
            </a:fld>
            <a:endParaRPr lang="en-US" b="1" dirty="0">
              <a:solidFill>
                <a:schemeClr val="tx1"/>
              </a:solidFill>
              <a:latin typeface="Times New Roman" panose="02020603050405020304" pitchFamily="18" charset="0"/>
              <a:cs typeface="Times New Roman" panose="02020603050405020304" pitchFamily="18" charset="0"/>
            </a:endParaRPr>
          </a:p>
        </p:txBody>
      </p:sp>
      <p:sp>
        <p:nvSpPr>
          <p:cNvPr id="14" name="Footer Placeholder 3"/>
          <p:cNvSpPr>
            <a:spLocks noGrp="1"/>
          </p:cNvSpPr>
          <p:nvPr>
            <p:ph type="ftr" sz="quarter" idx="11"/>
          </p:nvPr>
        </p:nvSpPr>
        <p:spPr>
          <a:xfrm>
            <a:off x="3413126" y="6355639"/>
            <a:ext cx="5197474" cy="365125"/>
          </a:xfrm>
        </p:spPr>
        <p:txBody>
          <a:bodyPr/>
          <a:lstStyle/>
          <a:p>
            <a:r>
              <a:rPr lang="en-GB" b="1" dirty="0">
                <a:solidFill>
                  <a:schemeClr val="tx1"/>
                </a:solidFill>
                <a:latin typeface="Times New Roman" panose="02020603050405020304" pitchFamily="18" charset="0"/>
                <a:cs typeface="Times New Roman" panose="02020603050405020304" pitchFamily="18" charset="0"/>
              </a:rPr>
              <a:t>NATIONAL UNIVERSITY OF COMPUTER &amp; EMERGING SCIENCES</a:t>
            </a:r>
            <a:endParaRPr lang="en-US" b="1" dirty="0">
              <a:solidFill>
                <a:schemeClr val="tx1"/>
              </a:solidFill>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788485" y="1288316"/>
            <a:ext cx="7113162" cy="4575845"/>
          </a:xfrm>
          <a:prstGeom prst="rect">
            <a:avLst/>
          </a:prstGeom>
        </p:spPr>
      </p:pic>
    </p:spTree>
    <p:extLst>
      <p:ext uri="{BB962C8B-B14F-4D97-AF65-F5344CB8AC3E}">
        <p14:creationId xmlns:p14="http://schemas.microsoft.com/office/powerpoint/2010/main" val="103801204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00629B">
            <a:alpha val="50000"/>
          </a:srgbClr>
        </a:solidFill>
        <a:effectLst/>
      </p:bgPr>
    </p:bg>
    <p:spTree>
      <p:nvGrpSpPr>
        <p:cNvPr id="1" name=""/>
        <p:cNvGrpSpPr/>
        <p:nvPr/>
      </p:nvGrpSpPr>
      <p:grpSpPr>
        <a:xfrm>
          <a:off x="0" y="0"/>
          <a:ext cx="0" cy="0"/>
          <a:chOff x="0" y="0"/>
          <a:chExt cx="0" cy="0"/>
        </a:xfrm>
      </p:grpSpPr>
      <p:sp>
        <p:nvSpPr>
          <p:cNvPr id="2" name="object 2"/>
          <p:cNvSpPr/>
          <p:nvPr/>
        </p:nvSpPr>
        <p:spPr>
          <a:xfrm>
            <a:off x="940526" y="1045029"/>
            <a:ext cx="10115202" cy="5309899"/>
          </a:xfrm>
          <a:prstGeom prst="rect">
            <a:avLst/>
          </a:prstGeom>
          <a:blipFill>
            <a:blip r:embed="rId2" cstate="print"/>
            <a:stretch>
              <a:fillRect/>
            </a:stretch>
          </a:blip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377369" y="146706"/>
            <a:ext cx="734244" cy="507442"/>
          </a:xfrm>
          <a:prstGeom prst="rect">
            <a:avLst/>
          </a:prstGeom>
        </p:spPr>
      </p:pic>
      <p:sp>
        <p:nvSpPr>
          <p:cNvPr id="9" name="Title 9"/>
          <p:cNvSpPr txBox="1">
            <a:spLocks/>
          </p:cNvSpPr>
          <p:nvPr/>
        </p:nvSpPr>
        <p:spPr>
          <a:xfrm>
            <a:off x="809897" y="549685"/>
            <a:ext cx="8908869" cy="493922"/>
          </a:xfrm>
          <a:prstGeom prst="rect">
            <a:avLst/>
          </a:prstGeom>
        </p:spPr>
        <p:txBody>
          <a:bodyPr vert="horz" lIns="91440" tIns="45720" rIns="91440" bIns="45720" rtlCol="0" anchor="b">
            <a:no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GB" sz="4000" b="1" dirty="0">
                <a:latin typeface="Times New Roman" panose="02020603050405020304" pitchFamily="18" charset="0"/>
                <a:cs typeface="Times New Roman" panose="02020603050405020304" pitchFamily="18" charset="0"/>
              </a:rPr>
              <a:t>Change Someone’s Salary (2/4)</a:t>
            </a:r>
          </a:p>
        </p:txBody>
      </p:sp>
      <p:sp>
        <p:nvSpPr>
          <p:cNvPr id="13" name="Slide Number Placeholder 12"/>
          <p:cNvSpPr>
            <a:spLocks noGrp="1"/>
          </p:cNvSpPr>
          <p:nvPr>
            <p:ph type="sldNum" sz="quarter" idx="12"/>
          </p:nvPr>
        </p:nvSpPr>
        <p:spPr/>
        <p:txBody>
          <a:bodyPr/>
          <a:lstStyle/>
          <a:p>
            <a:fld id="{13C51ED2-AC48-45BF-9843-B46461D80413}" type="slidenum">
              <a:rPr lang="en-US" b="1" smtClean="0">
                <a:solidFill>
                  <a:schemeClr val="tx1"/>
                </a:solidFill>
                <a:latin typeface="Times New Roman" panose="02020603050405020304" pitchFamily="18" charset="0"/>
                <a:cs typeface="Times New Roman" panose="02020603050405020304" pitchFamily="18" charset="0"/>
              </a:rPr>
              <a:t>31</a:t>
            </a:fld>
            <a:endParaRPr lang="en-US" b="1" dirty="0">
              <a:solidFill>
                <a:schemeClr val="tx1"/>
              </a:solidFill>
              <a:latin typeface="Times New Roman" panose="02020603050405020304" pitchFamily="18" charset="0"/>
              <a:cs typeface="Times New Roman" panose="02020603050405020304" pitchFamily="18" charset="0"/>
            </a:endParaRPr>
          </a:p>
        </p:txBody>
      </p:sp>
      <p:sp>
        <p:nvSpPr>
          <p:cNvPr id="14" name="Footer Placeholder 3"/>
          <p:cNvSpPr>
            <a:spLocks noGrp="1"/>
          </p:cNvSpPr>
          <p:nvPr>
            <p:ph type="ftr" sz="quarter" idx="11"/>
          </p:nvPr>
        </p:nvSpPr>
        <p:spPr>
          <a:xfrm>
            <a:off x="3413126" y="6355639"/>
            <a:ext cx="5197474" cy="365125"/>
          </a:xfrm>
        </p:spPr>
        <p:txBody>
          <a:bodyPr/>
          <a:lstStyle/>
          <a:p>
            <a:r>
              <a:rPr lang="en-GB" b="1" dirty="0">
                <a:solidFill>
                  <a:schemeClr val="tx1"/>
                </a:solidFill>
                <a:latin typeface="Times New Roman" panose="02020603050405020304" pitchFamily="18" charset="0"/>
                <a:cs typeface="Times New Roman" panose="02020603050405020304" pitchFamily="18" charset="0"/>
              </a:rPr>
              <a:t>NATIONAL UNIVERSITY OF COMPUTER &amp; EMERGING SCIENCES</a:t>
            </a:r>
            <a:endParaRPr lang="en-US" b="1" dirty="0">
              <a:solidFill>
                <a:schemeClr val="tx1"/>
              </a:solidFill>
              <a:latin typeface="Times New Roman" panose="02020603050405020304" pitchFamily="18" charset="0"/>
              <a:cs typeface="Times New Roman" panose="02020603050405020304" pitchFamily="18" charset="0"/>
            </a:endParaRPr>
          </a:p>
        </p:txBody>
      </p:sp>
      <p:pic>
        <p:nvPicPr>
          <p:cNvPr id="3" name="Picture 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726253" y="1229214"/>
            <a:ext cx="4791744" cy="4686954"/>
          </a:xfrm>
          <a:prstGeom prst="rect">
            <a:avLst/>
          </a:prstGeom>
        </p:spPr>
      </p:pic>
    </p:spTree>
    <p:extLst>
      <p:ext uri="{BB962C8B-B14F-4D97-AF65-F5344CB8AC3E}">
        <p14:creationId xmlns:p14="http://schemas.microsoft.com/office/powerpoint/2010/main" val="129635551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00629B">
            <a:alpha val="50000"/>
          </a:srgbClr>
        </a:solidFill>
        <a:effectLst/>
      </p:bgPr>
    </p:bg>
    <p:spTree>
      <p:nvGrpSpPr>
        <p:cNvPr id="1" name=""/>
        <p:cNvGrpSpPr/>
        <p:nvPr/>
      </p:nvGrpSpPr>
      <p:grpSpPr>
        <a:xfrm>
          <a:off x="0" y="0"/>
          <a:ext cx="0" cy="0"/>
          <a:chOff x="0" y="0"/>
          <a:chExt cx="0" cy="0"/>
        </a:xfrm>
      </p:grpSpPr>
      <p:sp>
        <p:nvSpPr>
          <p:cNvPr id="2" name="object 2"/>
          <p:cNvSpPr/>
          <p:nvPr/>
        </p:nvSpPr>
        <p:spPr>
          <a:xfrm>
            <a:off x="940526" y="1045029"/>
            <a:ext cx="10115202" cy="5309899"/>
          </a:xfrm>
          <a:prstGeom prst="rect">
            <a:avLst/>
          </a:prstGeom>
          <a:blipFill>
            <a:blip r:embed="rId2" cstate="print"/>
            <a:stretch>
              <a:fillRect/>
            </a:stretch>
          </a:blip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377369" y="146706"/>
            <a:ext cx="734244" cy="507442"/>
          </a:xfrm>
          <a:prstGeom prst="rect">
            <a:avLst/>
          </a:prstGeom>
        </p:spPr>
      </p:pic>
      <p:sp>
        <p:nvSpPr>
          <p:cNvPr id="9" name="Title 9"/>
          <p:cNvSpPr txBox="1">
            <a:spLocks/>
          </p:cNvSpPr>
          <p:nvPr/>
        </p:nvSpPr>
        <p:spPr>
          <a:xfrm>
            <a:off x="809897" y="549685"/>
            <a:ext cx="8908869" cy="493922"/>
          </a:xfrm>
          <a:prstGeom prst="rect">
            <a:avLst/>
          </a:prstGeom>
        </p:spPr>
        <p:txBody>
          <a:bodyPr vert="horz" lIns="91440" tIns="45720" rIns="91440" bIns="45720" rtlCol="0" anchor="b">
            <a:no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GB" sz="4000" b="1" dirty="0">
                <a:latin typeface="Times New Roman" panose="02020603050405020304" pitchFamily="18" charset="0"/>
                <a:cs typeface="Times New Roman" panose="02020603050405020304" pitchFamily="18" charset="0"/>
              </a:rPr>
              <a:t>Change Someone’s Salary (3/4) </a:t>
            </a:r>
          </a:p>
        </p:txBody>
      </p:sp>
      <p:sp>
        <p:nvSpPr>
          <p:cNvPr id="13" name="Slide Number Placeholder 12"/>
          <p:cNvSpPr>
            <a:spLocks noGrp="1"/>
          </p:cNvSpPr>
          <p:nvPr>
            <p:ph type="sldNum" sz="quarter" idx="12"/>
          </p:nvPr>
        </p:nvSpPr>
        <p:spPr/>
        <p:txBody>
          <a:bodyPr/>
          <a:lstStyle/>
          <a:p>
            <a:fld id="{13C51ED2-AC48-45BF-9843-B46461D80413}" type="slidenum">
              <a:rPr lang="en-US" b="1" smtClean="0">
                <a:solidFill>
                  <a:schemeClr val="tx1"/>
                </a:solidFill>
                <a:latin typeface="Times New Roman" panose="02020603050405020304" pitchFamily="18" charset="0"/>
                <a:cs typeface="Times New Roman" panose="02020603050405020304" pitchFamily="18" charset="0"/>
              </a:rPr>
              <a:t>32</a:t>
            </a:fld>
            <a:endParaRPr lang="en-US" b="1" dirty="0">
              <a:solidFill>
                <a:schemeClr val="tx1"/>
              </a:solidFill>
              <a:latin typeface="Times New Roman" panose="02020603050405020304" pitchFamily="18" charset="0"/>
              <a:cs typeface="Times New Roman" panose="02020603050405020304" pitchFamily="18" charset="0"/>
            </a:endParaRPr>
          </a:p>
        </p:txBody>
      </p:sp>
      <p:sp>
        <p:nvSpPr>
          <p:cNvPr id="14" name="Footer Placeholder 3"/>
          <p:cNvSpPr>
            <a:spLocks noGrp="1"/>
          </p:cNvSpPr>
          <p:nvPr>
            <p:ph type="ftr" sz="quarter" idx="11"/>
          </p:nvPr>
        </p:nvSpPr>
        <p:spPr>
          <a:xfrm>
            <a:off x="3413126" y="6355639"/>
            <a:ext cx="5197474" cy="365125"/>
          </a:xfrm>
        </p:spPr>
        <p:txBody>
          <a:bodyPr/>
          <a:lstStyle/>
          <a:p>
            <a:r>
              <a:rPr lang="en-GB" b="1" dirty="0">
                <a:solidFill>
                  <a:schemeClr val="tx1"/>
                </a:solidFill>
                <a:latin typeface="Times New Roman" panose="02020603050405020304" pitchFamily="18" charset="0"/>
                <a:cs typeface="Times New Roman" panose="02020603050405020304" pitchFamily="18" charset="0"/>
              </a:rPr>
              <a:t>NATIONAL UNIVERSITY OF COMPUTER &amp; EMERGING SCIENCES</a:t>
            </a:r>
            <a:endParaRPr lang="en-US" b="1" dirty="0">
              <a:solidFill>
                <a:schemeClr val="tx1"/>
              </a:solidFill>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307095" y="1437475"/>
            <a:ext cx="5630061" cy="4525006"/>
          </a:xfrm>
          <a:prstGeom prst="rect">
            <a:avLst/>
          </a:prstGeom>
        </p:spPr>
      </p:pic>
    </p:spTree>
    <p:extLst>
      <p:ext uri="{BB962C8B-B14F-4D97-AF65-F5344CB8AC3E}">
        <p14:creationId xmlns:p14="http://schemas.microsoft.com/office/powerpoint/2010/main" val="329672769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00629B">
            <a:alpha val="50000"/>
          </a:srgbClr>
        </a:solidFill>
        <a:effectLst/>
      </p:bgPr>
    </p:bg>
    <p:spTree>
      <p:nvGrpSpPr>
        <p:cNvPr id="1" name=""/>
        <p:cNvGrpSpPr/>
        <p:nvPr/>
      </p:nvGrpSpPr>
      <p:grpSpPr>
        <a:xfrm>
          <a:off x="0" y="0"/>
          <a:ext cx="0" cy="0"/>
          <a:chOff x="0" y="0"/>
          <a:chExt cx="0" cy="0"/>
        </a:xfrm>
      </p:grpSpPr>
      <p:sp>
        <p:nvSpPr>
          <p:cNvPr id="2" name="object 2"/>
          <p:cNvSpPr/>
          <p:nvPr/>
        </p:nvSpPr>
        <p:spPr>
          <a:xfrm>
            <a:off x="940526" y="1045029"/>
            <a:ext cx="10115202" cy="5309899"/>
          </a:xfrm>
          <a:prstGeom prst="rect">
            <a:avLst/>
          </a:prstGeom>
          <a:blipFill>
            <a:blip r:embed="rId2" cstate="print"/>
            <a:stretch>
              <a:fillRect/>
            </a:stretch>
          </a:blip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377369" y="146706"/>
            <a:ext cx="734244" cy="507442"/>
          </a:xfrm>
          <a:prstGeom prst="rect">
            <a:avLst/>
          </a:prstGeom>
        </p:spPr>
      </p:pic>
      <p:sp>
        <p:nvSpPr>
          <p:cNvPr id="9" name="Title 9"/>
          <p:cNvSpPr txBox="1">
            <a:spLocks/>
          </p:cNvSpPr>
          <p:nvPr/>
        </p:nvSpPr>
        <p:spPr>
          <a:xfrm>
            <a:off x="809897" y="549685"/>
            <a:ext cx="8908869" cy="493922"/>
          </a:xfrm>
          <a:prstGeom prst="rect">
            <a:avLst/>
          </a:prstGeom>
        </p:spPr>
        <p:txBody>
          <a:bodyPr vert="horz" lIns="91440" tIns="45720" rIns="91440" bIns="45720" rtlCol="0" anchor="b">
            <a:no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GB" sz="4000" b="1" dirty="0">
                <a:latin typeface="Times New Roman" panose="02020603050405020304" pitchFamily="18" charset="0"/>
                <a:cs typeface="Times New Roman" panose="02020603050405020304" pitchFamily="18" charset="0"/>
              </a:rPr>
              <a:t>Change Someone’s Salary (4/4) </a:t>
            </a:r>
          </a:p>
        </p:txBody>
      </p:sp>
      <p:sp>
        <p:nvSpPr>
          <p:cNvPr id="13" name="Slide Number Placeholder 12"/>
          <p:cNvSpPr>
            <a:spLocks noGrp="1"/>
          </p:cNvSpPr>
          <p:nvPr>
            <p:ph type="sldNum" sz="quarter" idx="12"/>
          </p:nvPr>
        </p:nvSpPr>
        <p:spPr/>
        <p:txBody>
          <a:bodyPr/>
          <a:lstStyle/>
          <a:p>
            <a:fld id="{13C51ED2-AC48-45BF-9843-B46461D80413}" type="slidenum">
              <a:rPr lang="en-US" b="1" smtClean="0">
                <a:solidFill>
                  <a:schemeClr val="tx1"/>
                </a:solidFill>
                <a:latin typeface="Times New Roman" panose="02020603050405020304" pitchFamily="18" charset="0"/>
                <a:cs typeface="Times New Roman" panose="02020603050405020304" pitchFamily="18" charset="0"/>
              </a:rPr>
              <a:t>33</a:t>
            </a:fld>
            <a:endParaRPr lang="en-US" b="1" dirty="0">
              <a:solidFill>
                <a:schemeClr val="tx1"/>
              </a:solidFill>
              <a:latin typeface="Times New Roman" panose="02020603050405020304" pitchFamily="18" charset="0"/>
              <a:cs typeface="Times New Roman" panose="02020603050405020304" pitchFamily="18" charset="0"/>
            </a:endParaRPr>
          </a:p>
        </p:txBody>
      </p:sp>
      <p:sp>
        <p:nvSpPr>
          <p:cNvPr id="14" name="Footer Placeholder 3"/>
          <p:cNvSpPr>
            <a:spLocks noGrp="1"/>
          </p:cNvSpPr>
          <p:nvPr>
            <p:ph type="ftr" sz="quarter" idx="11"/>
          </p:nvPr>
        </p:nvSpPr>
        <p:spPr>
          <a:xfrm>
            <a:off x="3413126" y="6355639"/>
            <a:ext cx="5197474" cy="365125"/>
          </a:xfrm>
        </p:spPr>
        <p:txBody>
          <a:bodyPr/>
          <a:lstStyle/>
          <a:p>
            <a:r>
              <a:rPr lang="en-GB" b="1" dirty="0">
                <a:solidFill>
                  <a:schemeClr val="tx1"/>
                </a:solidFill>
                <a:latin typeface="Times New Roman" panose="02020603050405020304" pitchFamily="18" charset="0"/>
                <a:cs typeface="Times New Roman" panose="02020603050405020304" pitchFamily="18" charset="0"/>
              </a:rPr>
              <a:t>NATIONAL UNIVERSITY OF COMPUTER &amp; EMERGING SCIENCES</a:t>
            </a:r>
            <a:endParaRPr lang="en-US" b="1" dirty="0">
              <a:solidFill>
                <a:schemeClr val="tx1"/>
              </a:solidFill>
              <a:latin typeface="Times New Roman" panose="02020603050405020304" pitchFamily="18" charset="0"/>
              <a:cs typeface="Times New Roman" panose="02020603050405020304" pitchFamily="18" charset="0"/>
            </a:endParaRPr>
          </a:p>
        </p:txBody>
      </p:sp>
      <p:pic>
        <p:nvPicPr>
          <p:cNvPr id="3" name="Picture 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615991" y="1451764"/>
            <a:ext cx="4791744" cy="4496427"/>
          </a:xfrm>
          <a:prstGeom prst="rect">
            <a:avLst/>
          </a:prstGeom>
        </p:spPr>
      </p:pic>
    </p:spTree>
    <p:extLst>
      <p:ext uri="{BB962C8B-B14F-4D97-AF65-F5344CB8AC3E}">
        <p14:creationId xmlns:p14="http://schemas.microsoft.com/office/powerpoint/2010/main" val="236658816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00629B">
            <a:alpha val="50000"/>
          </a:srgbClr>
        </a:solidFill>
        <a:effectLst/>
      </p:bgPr>
    </p:bg>
    <p:spTree>
      <p:nvGrpSpPr>
        <p:cNvPr id="1" name=""/>
        <p:cNvGrpSpPr/>
        <p:nvPr/>
      </p:nvGrpSpPr>
      <p:grpSpPr>
        <a:xfrm>
          <a:off x="0" y="0"/>
          <a:ext cx="0" cy="0"/>
          <a:chOff x="0" y="0"/>
          <a:chExt cx="0" cy="0"/>
        </a:xfrm>
      </p:grpSpPr>
      <p:sp>
        <p:nvSpPr>
          <p:cNvPr id="2" name="object 2"/>
          <p:cNvSpPr/>
          <p:nvPr/>
        </p:nvSpPr>
        <p:spPr>
          <a:xfrm>
            <a:off x="940526" y="1045029"/>
            <a:ext cx="10115202" cy="5309899"/>
          </a:xfrm>
          <a:prstGeom prst="rect">
            <a:avLst/>
          </a:prstGeom>
          <a:blipFill>
            <a:blip r:embed="rId2" cstate="print"/>
            <a:stretch>
              <a:fillRect/>
            </a:stretch>
          </a:blip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377369" y="146706"/>
            <a:ext cx="734244" cy="507442"/>
          </a:xfrm>
          <a:prstGeom prst="rect">
            <a:avLst/>
          </a:prstGeom>
        </p:spPr>
      </p:pic>
      <p:sp>
        <p:nvSpPr>
          <p:cNvPr id="9" name="Title 9"/>
          <p:cNvSpPr txBox="1">
            <a:spLocks/>
          </p:cNvSpPr>
          <p:nvPr/>
        </p:nvSpPr>
        <p:spPr>
          <a:xfrm>
            <a:off x="809897" y="549685"/>
            <a:ext cx="8908869" cy="493922"/>
          </a:xfrm>
          <a:prstGeom prst="rect">
            <a:avLst/>
          </a:prstGeom>
        </p:spPr>
        <p:txBody>
          <a:bodyPr vert="horz" lIns="91440" tIns="45720" rIns="91440" bIns="45720" rtlCol="0" anchor="b">
            <a:no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GB" sz="4000" b="1" dirty="0">
                <a:latin typeface="Times New Roman" panose="02020603050405020304" pitchFamily="18" charset="0"/>
                <a:cs typeface="Times New Roman" panose="02020603050405020304" pitchFamily="18" charset="0"/>
              </a:rPr>
              <a:t>Run Multiple SQL Statement </a:t>
            </a:r>
          </a:p>
        </p:txBody>
      </p:sp>
      <p:sp>
        <p:nvSpPr>
          <p:cNvPr id="13" name="Slide Number Placeholder 12"/>
          <p:cNvSpPr>
            <a:spLocks noGrp="1"/>
          </p:cNvSpPr>
          <p:nvPr>
            <p:ph type="sldNum" sz="quarter" idx="12"/>
          </p:nvPr>
        </p:nvSpPr>
        <p:spPr/>
        <p:txBody>
          <a:bodyPr/>
          <a:lstStyle/>
          <a:p>
            <a:fld id="{13C51ED2-AC48-45BF-9843-B46461D80413}" type="slidenum">
              <a:rPr lang="en-US" b="1" smtClean="0">
                <a:solidFill>
                  <a:schemeClr val="tx1"/>
                </a:solidFill>
                <a:latin typeface="Times New Roman" panose="02020603050405020304" pitchFamily="18" charset="0"/>
                <a:cs typeface="Times New Roman" panose="02020603050405020304" pitchFamily="18" charset="0"/>
              </a:rPr>
              <a:t>34</a:t>
            </a:fld>
            <a:endParaRPr lang="en-US" b="1" dirty="0">
              <a:solidFill>
                <a:schemeClr val="tx1"/>
              </a:solidFill>
              <a:latin typeface="Times New Roman" panose="02020603050405020304" pitchFamily="18" charset="0"/>
              <a:cs typeface="Times New Roman" panose="02020603050405020304" pitchFamily="18" charset="0"/>
            </a:endParaRPr>
          </a:p>
        </p:txBody>
      </p:sp>
      <p:sp>
        <p:nvSpPr>
          <p:cNvPr id="14" name="Footer Placeholder 3"/>
          <p:cNvSpPr>
            <a:spLocks noGrp="1"/>
          </p:cNvSpPr>
          <p:nvPr>
            <p:ph type="ftr" sz="quarter" idx="11"/>
          </p:nvPr>
        </p:nvSpPr>
        <p:spPr>
          <a:xfrm>
            <a:off x="3413126" y="6355639"/>
            <a:ext cx="5197474" cy="365125"/>
          </a:xfrm>
        </p:spPr>
        <p:txBody>
          <a:bodyPr/>
          <a:lstStyle/>
          <a:p>
            <a:r>
              <a:rPr lang="en-GB" b="1" dirty="0">
                <a:solidFill>
                  <a:schemeClr val="tx1"/>
                </a:solidFill>
                <a:latin typeface="Times New Roman" panose="02020603050405020304" pitchFamily="18" charset="0"/>
                <a:cs typeface="Times New Roman" panose="02020603050405020304" pitchFamily="18" charset="0"/>
              </a:rPr>
              <a:t>NATIONAL UNIVERSITY OF COMPUTER &amp; EMERGING SCIENCES</a:t>
            </a:r>
            <a:endParaRPr lang="en-US" b="1" dirty="0">
              <a:solidFill>
                <a:schemeClr val="tx1"/>
              </a:solidFill>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rotWithShape="1">
          <a:blip r:embed="rId4">
            <a:extLst>
              <a:ext uri="{28A0092B-C50C-407E-A947-70E740481C1C}">
                <a14:useLocalDpi xmlns:a14="http://schemas.microsoft.com/office/drawing/2010/main" val="0"/>
              </a:ext>
            </a:extLst>
          </a:blip>
          <a:srcRect t="27038" b="6103"/>
          <a:stretch/>
        </p:blipFill>
        <p:spPr>
          <a:xfrm>
            <a:off x="5998127" y="1121202"/>
            <a:ext cx="4465222" cy="5163662"/>
          </a:xfrm>
          <a:prstGeom prst="rect">
            <a:avLst/>
          </a:prstGeom>
        </p:spPr>
      </p:pic>
      <p:pic>
        <p:nvPicPr>
          <p:cNvPr id="5" name="Picture 4"/>
          <p:cNvPicPr>
            <a:picLocks noChangeAspect="1"/>
          </p:cNvPicPr>
          <p:nvPr/>
        </p:nvPicPr>
        <p:blipFill rotWithShape="1">
          <a:blip r:embed="rId4">
            <a:extLst>
              <a:ext uri="{28A0092B-C50C-407E-A947-70E740481C1C}">
                <a14:useLocalDpi xmlns:a14="http://schemas.microsoft.com/office/drawing/2010/main" val="0"/>
              </a:ext>
            </a:extLst>
          </a:blip>
          <a:srcRect r="34729" b="73161"/>
          <a:stretch/>
        </p:blipFill>
        <p:spPr>
          <a:xfrm>
            <a:off x="1195711" y="1862013"/>
            <a:ext cx="4434829" cy="3154123"/>
          </a:xfrm>
          <a:prstGeom prst="rect">
            <a:avLst/>
          </a:prstGeom>
        </p:spPr>
      </p:pic>
    </p:spTree>
    <p:extLst>
      <p:ext uri="{BB962C8B-B14F-4D97-AF65-F5344CB8AC3E}">
        <p14:creationId xmlns:p14="http://schemas.microsoft.com/office/powerpoint/2010/main" val="383193099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00629B">
            <a:alpha val="50000"/>
          </a:srgbClr>
        </a:solidFill>
        <a:effectLst/>
      </p:bgPr>
    </p:bg>
    <p:spTree>
      <p:nvGrpSpPr>
        <p:cNvPr id="1" name=""/>
        <p:cNvGrpSpPr/>
        <p:nvPr/>
      </p:nvGrpSpPr>
      <p:grpSpPr>
        <a:xfrm>
          <a:off x="0" y="0"/>
          <a:ext cx="0" cy="0"/>
          <a:chOff x="0" y="0"/>
          <a:chExt cx="0" cy="0"/>
        </a:xfrm>
      </p:grpSpPr>
      <p:sp>
        <p:nvSpPr>
          <p:cNvPr id="2" name="object 2"/>
          <p:cNvSpPr/>
          <p:nvPr/>
        </p:nvSpPr>
        <p:spPr>
          <a:xfrm>
            <a:off x="940526" y="1045029"/>
            <a:ext cx="10115202" cy="5309899"/>
          </a:xfrm>
          <a:prstGeom prst="rect">
            <a:avLst/>
          </a:prstGeom>
          <a:blipFill>
            <a:blip r:embed="rId2" cstate="print"/>
            <a:stretch>
              <a:fillRect/>
            </a:stretch>
          </a:blip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377369" y="146706"/>
            <a:ext cx="734244" cy="507442"/>
          </a:xfrm>
          <a:prstGeom prst="rect">
            <a:avLst/>
          </a:prstGeom>
        </p:spPr>
      </p:pic>
      <p:sp>
        <p:nvSpPr>
          <p:cNvPr id="9" name="Title 9"/>
          <p:cNvSpPr txBox="1">
            <a:spLocks/>
          </p:cNvSpPr>
          <p:nvPr/>
        </p:nvSpPr>
        <p:spPr>
          <a:xfrm>
            <a:off x="809897" y="549685"/>
            <a:ext cx="8908869" cy="493922"/>
          </a:xfrm>
          <a:prstGeom prst="rect">
            <a:avLst/>
          </a:prstGeom>
        </p:spPr>
        <p:txBody>
          <a:bodyPr vert="horz" lIns="91440" tIns="45720" rIns="91440" bIns="45720" rtlCol="0" anchor="b">
            <a:no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GB" sz="4000" b="1" dirty="0">
                <a:latin typeface="Times New Roman" panose="02020603050405020304" pitchFamily="18" charset="0"/>
                <a:cs typeface="Times New Roman" panose="02020603050405020304" pitchFamily="18" charset="0"/>
              </a:rPr>
              <a:t>Run Arbitrary SQL Statement </a:t>
            </a:r>
          </a:p>
        </p:txBody>
      </p:sp>
      <p:sp>
        <p:nvSpPr>
          <p:cNvPr id="13" name="Slide Number Placeholder 12"/>
          <p:cNvSpPr>
            <a:spLocks noGrp="1"/>
          </p:cNvSpPr>
          <p:nvPr>
            <p:ph type="sldNum" sz="quarter" idx="12"/>
          </p:nvPr>
        </p:nvSpPr>
        <p:spPr/>
        <p:txBody>
          <a:bodyPr/>
          <a:lstStyle/>
          <a:p>
            <a:fld id="{13C51ED2-AC48-45BF-9843-B46461D80413}" type="slidenum">
              <a:rPr lang="en-US" b="1" smtClean="0">
                <a:solidFill>
                  <a:schemeClr val="tx1"/>
                </a:solidFill>
                <a:latin typeface="Times New Roman" panose="02020603050405020304" pitchFamily="18" charset="0"/>
                <a:cs typeface="Times New Roman" panose="02020603050405020304" pitchFamily="18" charset="0"/>
              </a:rPr>
              <a:t>35</a:t>
            </a:fld>
            <a:endParaRPr lang="en-US" b="1" dirty="0">
              <a:solidFill>
                <a:schemeClr val="tx1"/>
              </a:solidFill>
              <a:latin typeface="Times New Roman" panose="02020603050405020304" pitchFamily="18" charset="0"/>
              <a:cs typeface="Times New Roman" panose="02020603050405020304" pitchFamily="18" charset="0"/>
            </a:endParaRPr>
          </a:p>
        </p:txBody>
      </p:sp>
      <p:sp>
        <p:nvSpPr>
          <p:cNvPr id="14" name="Footer Placeholder 3"/>
          <p:cNvSpPr>
            <a:spLocks noGrp="1"/>
          </p:cNvSpPr>
          <p:nvPr>
            <p:ph type="ftr" sz="quarter" idx="11"/>
          </p:nvPr>
        </p:nvSpPr>
        <p:spPr>
          <a:xfrm>
            <a:off x="3413126" y="6355639"/>
            <a:ext cx="5197474" cy="365125"/>
          </a:xfrm>
        </p:spPr>
        <p:txBody>
          <a:bodyPr/>
          <a:lstStyle/>
          <a:p>
            <a:r>
              <a:rPr lang="en-GB" b="1" dirty="0">
                <a:solidFill>
                  <a:schemeClr val="tx1"/>
                </a:solidFill>
                <a:latin typeface="Times New Roman" panose="02020603050405020304" pitchFamily="18" charset="0"/>
                <a:cs typeface="Times New Roman" panose="02020603050405020304" pitchFamily="18" charset="0"/>
              </a:rPr>
              <a:t>NATIONAL UNIVERSITY OF COMPUTER &amp; EMERGING SCIENCES</a:t>
            </a:r>
            <a:endParaRPr lang="en-US" b="1" dirty="0">
              <a:solidFill>
                <a:schemeClr val="tx1"/>
              </a:solidFill>
              <a:latin typeface="Times New Roman" panose="02020603050405020304" pitchFamily="18" charset="0"/>
              <a:cs typeface="Times New Roman" panose="02020603050405020304" pitchFamily="18" charset="0"/>
            </a:endParaRPr>
          </a:p>
        </p:txBody>
      </p:sp>
      <p:pic>
        <p:nvPicPr>
          <p:cNvPr id="3" name="Picture 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274038" y="1762242"/>
            <a:ext cx="8000464" cy="3502089"/>
          </a:xfrm>
          <a:prstGeom prst="rect">
            <a:avLst/>
          </a:prstGeom>
        </p:spPr>
      </p:pic>
    </p:spTree>
    <p:extLst>
      <p:ext uri="{BB962C8B-B14F-4D97-AF65-F5344CB8AC3E}">
        <p14:creationId xmlns:p14="http://schemas.microsoft.com/office/powerpoint/2010/main" val="50267040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00629B">
            <a:alpha val="50000"/>
          </a:srgbClr>
        </a:solidFill>
        <a:effectLst/>
      </p:bgPr>
    </p:bg>
    <p:spTree>
      <p:nvGrpSpPr>
        <p:cNvPr id="1" name=""/>
        <p:cNvGrpSpPr/>
        <p:nvPr/>
      </p:nvGrpSpPr>
      <p:grpSpPr>
        <a:xfrm>
          <a:off x="0" y="0"/>
          <a:ext cx="0" cy="0"/>
          <a:chOff x="0" y="0"/>
          <a:chExt cx="0" cy="0"/>
        </a:xfrm>
      </p:grpSpPr>
      <p:sp>
        <p:nvSpPr>
          <p:cNvPr id="2" name="object 2"/>
          <p:cNvSpPr/>
          <p:nvPr/>
        </p:nvSpPr>
        <p:spPr>
          <a:xfrm>
            <a:off x="940526" y="1045029"/>
            <a:ext cx="10115202" cy="5309899"/>
          </a:xfrm>
          <a:prstGeom prst="rect">
            <a:avLst/>
          </a:prstGeom>
          <a:blipFill>
            <a:blip r:embed="rId2" cstate="print"/>
            <a:stretch>
              <a:fillRect/>
            </a:stretch>
          </a:blip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377369" y="146706"/>
            <a:ext cx="734244" cy="507442"/>
          </a:xfrm>
          <a:prstGeom prst="rect">
            <a:avLst/>
          </a:prstGeom>
        </p:spPr>
      </p:pic>
      <p:sp>
        <p:nvSpPr>
          <p:cNvPr id="9" name="Title 9"/>
          <p:cNvSpPr txBox="1">
            <a:spLocks/>
          </p:cNvSpPr>
          <p:nvPr/>
        </p:nvSpPr>
        <p:spPr>
          <a:xfrm>
            <a:off x="809897" y="549685"/>
            <a:ext cx="8908869" cy="493922"/>
          </a:xfrm>
          <a:prstGeom prst="rect">
            <a:avLst/>
          </a:prstGeom>
        </p:spPr>
        <p:txBody>
          <a:bodyPr vert="horz" lIns="91440" tIns="45720" rIns="91440" bIns="45720" rtlCol="0" anchor="b">
            <a:no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GB" sz="4000" b="1" dirty="0">
                <a:latin typeface="Times New Roman" panose="02020603050405020304" pitchFamily="18" charset="0"/>
                <a:cs typeface="Times New Roman" panose="02020603050405020304" pitchFamily="18" charset="0"/>
              </a:rPr>
              <a:t>Run Arbitrary SQL Statement </a:t>
            </a:r>
          </a:p>
        </p:txBody>
      </p:sp>
      <p:sp>
        <p:nvSpPr>
          <p:cNvPr id="13" name="Slide Number Placeholder 12"/>
          <p:cNvSpPr>
            <a:spLocks noGrp="1"/>
          </p:cNvSpPr>
          <p:nvPr>
            <p:ph type="sldNum" sz="quarter" idx="12"/>
          </p:nvPr>
        </p:nvSpPr>
        <p:spPr/>
        <p:txBody>
          <a:bodyPr/>
          <a:lstStyle/>
          <a:p>
            <a:fld id="{13C51ED2-AC48-45BF-9843-B46461D80413}" type="slidenum">
              <a:rPr lang="en-US" b="1" smtClean="0">
                <a:solidFill>
                  <a:schemeClr val="tx1"/>
                </a:solidFill>
                <a:latin typeface="Times New Roman" panose="02020603050405020304" pitchFamily="18" charset="0"/>
                <a:cs typeface="Times New Roman" panose="02020603050405020304" pitchFamily="18" charset="0"/>
              </a:rPr>
              <a:t>36</a:t>
            </a:fld>
            <a:endParaRPr lang="en-US" b="1" dirty="0">
              <a:solidFill>
                <a:schemeClr val="tx1"/>
              </a:solidFill>
              <a:latin typeface="Times New Roman" panose="02020603050405020304" pitchFamily="18" charset="0"/>
              <a:cs typeface="Times New Roman" panose="02020603050405020304" pitchFamily="18" charset="0"/>
            </a:endParaRPr>
          </a:p>
        </p:txBody>
      </p:sp>
      <p:sp>
        <p:nvSpPr>
          <p:cNvPr id="14" name="Footer Placeholder 3"/>
          <p:cNvSpPr>
            <a:spLocks noGrp="1"/>
          </p:cNvSpPr>
          <p:nvPr>
            <p:ph type="ftr" sz="quarter" idx="11"/>
          </p:nvPr>
        </p:nvSpPr>
        <p:spPr>
          <a:xfrm>
            <a:off x="3413126" y="6355639"/>
            <a:ext cx="5197474" cy="365125"/>
          </a:xfrm>
        </p:spPr>
        <p:txBody>
          <a:bodyPr/>
          <a:lstStyle/>
          <a:p>
            <a:r>
              <a:rPr lang="en-GB" b="1" dirty="0">
                <a:solidFill>
                  <a:schemeClr val="tx1"/>
                </a:solidFill>
                <a:latin typeface="Times New Roman" panose="02020603050405020304" pitchFamily="18" charset="0"/>
                <a:cs typeface="Times New Roman" panose="02020603050405020304" pitchFamily="18" charset="0"/>
              </a:rPr>
              <a:t>NATIONAL UNIVERSITY OF COMPUTER &amp; EMERGING SCIENCES</a:t>
            </a:r>
            <a:endParaRPr lang="en-US" b="1" dirty="0">
              <a:solidFill>
                <a:schemeClr val="tx1"/>
              </a:solidFill>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891027" y="1343879"/>
            <a:ext cx="6827739" cy="4483505"/>
          </a:xfrm>
          <a:prstGeom prst="rect">
            <a:avLst/>
          </a:prstGeom>
        </p:spPr>
      </p:pic>
    </p:spTree>
    <p:extLst>
      <p:ext uri="{BB962C8B-B14F-4D97-AF65-F5344CB8AC3E}">
        <p14:creationId xmlns:p14="http://schemas.microsoft.com/office/powerpoint/2010/main" val="313556828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00629B">
            <a:alpha val="50000"/>
          </a:srgbClr>
        </a:solidFill>
        <a:effectLst/>
      </p:bgPr>
    </p:bg>
    <p:spTree>
      <p:nvGrpSpPr>
        <p:cNvPr id="1" name=""/>
        <p:cNvGrpSpPr/>
        <p:nvPr/>
      </p:nvGrpSpPr>
      <p:grpSpPr>
        <a:xfrm>
          <a:off x="0" y="0"/>
          <a:ext cx="0" cy="0"/>
          <a:chOff x="0" y="0"/>
          <a:chExt cx="0" cy="0"/>
        </a:xfrm>
      </p:grpSpPr>
      <p:sp>
        <p:nvSpPr>
          <p:cNvPr id="2" name="object 2"/>
          <p:cNvSpPr/>
          <p:nvPr/>
        </p:nvSpPr>
        <p:spPr>
          <a:xfrm>
            <a:off x="940526" y="1045029"/>
            <a:ext cx="10115202" cy="5309899"/>
          </a:xfrm>
          <a:prstGeom prst="rect">
            <a:avLst/>
          </a:prstGeom>
          <a:blipFill>
            <a:blip r:embed="rId2" cstate="print"/>
            <a:stretch>
              <a:fillRect/>
            </a:stretch>
          </a:blip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377369" y="146706"/>
            <a:ext cx="734244" cy="507442"/>
          </a:xfrm>
          <a:prstGeom prst="rect">
            <a:avLst/>
          </a:prstGeom>
        </p:spPr>
      </p:pic>
      <p:sp>
        <p:nvSpPr>
          <p:cNvPr id="9" name="Title 9"/>
          <p:cNvSpPr txBox="1">
            <a:spLocks/>
          </p:cNvSpPr>
          <p:nvPr/>
        </p:nvSpPr>
        <p:spPr>
          <a:xfrm>
            <a:off x="809897" y="549685"/>
            <a:ext cx="8908869" cy="493922"/>
          </a:xfrm>
          <a:prstGeom prst="rect">
            <a:avLst/>
          </a:prstGeom>
        </p:spPr>
        <p:txBody>
          <a:bodyPr vert="horz" lIns="91440" tIns="45720" rIns="91440" bIns="45720" rtlCol="0" anchor="b">
            <a:no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GB" sz="4000" b="1" dirty="0">
                <a:latin typeface="Times New Roman" panose="02020603050405020304" pitchFamily="18" charset="0"/>
                <a:cs typeface="Times New Roman" panose="02020603050405020304" pitchFamily="18" charset="0"/>
              </a:rPr>
              <a:t>Countermeasure of Database</a:t>
            </a:r>
          </a:p>
        </p:txBody>
      </p:sp>
      <p:sp>
        <p:nvSpPr>
          <p:cNvPr id="13" name="Slide Number Placeholder 12"/>
          <p:cNvSpPr>
            <a:spLocks noGrp="1"/>
          </p:cNvSpPr>
          <p:nvPr>
            <p:ph type="sldNum" sz="quarter" idx="12"/>
          </p:nvPr>
        </p:nvSpPr>
        <p:spPr/>
        <p:txBody>
          <a:bodyPr/>
          <a:lstStyle/>
          <a:p>
            <a:fld id="{13C51ED2-AC48-45BF-9843-B46461D80413}" type="slidenum">
              <a:rPr lang="en-US" b="1" smtClean="0">
                <a:solidFill>
                  <a:schemeClr val="tx1"/>
                </a:solidFill>
                <a:latin typeface="Times New Roman" panose="02020603050405020304" pitchFamily="18" charset="0"/>
                <a:cs typeface="Times New Roman" panose="02020603050405020304" pitchFamily="18" charset="0"/>
              </a:rPr>
              <a:t>37</a:t>
            </a:fld>
            <a:endParaRPr lang="en-US" b="1" dirty="0">
              <a:solidFill>
                <a:schemeClr val="tx1"/>
              </a:solidFill>
              <a:latin typeface="Times New Roman" panose="02020603050405020304" pitchFamily="18" charset="0"/>
              <a:cs typeface="Times New Roman" panose="02020603050405020304" pitchFamily="18" charset="0"/>
            </a:endParaRPr>
          </a:p>
        </p:txBody>
      </p:sp>
      <p:sp>
        <p:nvSpPr>
          <p:cNvPr id="14" name="Footer Placeholder 3"/>
          <p:cNvSpPr>
            <a:spLocks noGrp="1"/>
          </p:cNvSpPr>
          <p:nvPr>
            <p:ph type="ftr" sz="quarter" idx="11"/>
          </p:nvPr>
        </p:nvSpPr>
        <p:spPr>
          <a:xfrm>
            <a:off x="3413126" y="6355639"/>
            <a:ext cx="5197474" cy="365125"/>
          </a:xfrm>
        </p:spPr>
        <p:txBody>
          <a:bodyPr/>
          <a:lstStyle/>
          <a:p>
            <a:r>
              <a:rPr lang="en-GB" b="1" dirty="0">
                <a:solidFill>
                  <a:schemeClr val="tx1"/>
                </a:solidFill>
                <a:latin typeface="Times New Roman" panose="02020603050405020304" pitchFamily="18" charset="0"/>
                <a:cs typeface="Times New Roman" panose="02020603050405020304" pitchFamily="18" charset="0"/>
              </a:rPr>
              <a:t>NATIONAL UNIVERSITY OF COMPUTER &amp; EMERGING SCIENCES</a:t>
            </a:r>
            <a:endParaRPr lang="en-US" b="1" dirty="0">
              <a:solidFill>
                <a:schemeClr val="tx1"/>
              </a:solidFill>
              <a:latin typeface="Times New Roman" panose="02020603050405020304" pitchFamily="18" charset="0"/>
              <a:cs typeface="Times New Roman" panose="02020603050405020304" pitchFamily="18" charset="0"/>
            </a:endParaRPr>
          </a:p>
        </p:txBody>
      </p:sp>
      <p:sp>
        <p:nvSpPr>
          <p:cNvPr id="8" name="object 5"/>
          <p:cNvSpPr txBox="1"/>
          <p:nvPr/>
        </p:nvSpPr>
        <p:spPr>
          <a:xfrm>
            <a:off x="1031967" y="1147495"/>
            <a:ext cx="9932321" cy="1194558"/>
          </a:xfrm>
          <a:prstGeom prst="rect">
            <a:avLst/>
          </a:prstGeom>
        </p:spPr>
        <p:txBody>
          <a:bodyPr vert="horz" wrap="square" lIns="0" tIns="85725" rIns="0" bIns="0" rtlCol="0">
            <a:spAutoFit/>
          </a:bodyPr>
          <a:lstStyle/>
          <a:p>
            <a:pPr marL="12065" algn="just">
              <a:lnSpc>
                <a:spcPct val="100000"/>
              </a:lnSpc>
              <a:spcBef>
                <a:spcPts val="1325"/>
              </a:spcBef>
              <a:tabLst>
                <a:tab pos="241935" algn="l"/>
              </a:tabLst>
            </a:pPr>
            <a:r>
              <a:rPr lang="en-GB" sz="2400" spc="15" dirty="0">
                <a:latin typeface="Times New Roman" panose="02020603050405020304" pitchFamily="18" charset="0"/>
                <a:cs typeface="Times New Roman" panose="02020603050405020304" pitchFamily="18" charset="0"/>
              </a:rPr>
              <a:t>The database will block multiple SQL statement. Actually, this is countermeasure that is written in PHP code. The PHP use API to invoke database. The API support to one single SQL statement.</a:t>
            </a:r>
          </a:p>
        </p:txBody>
      </p:sp>
      <p:pic>
        <p:nvPicPr>
          <p:cNvPr id="3" name="Picture 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419595" y="3064340"/>
            <a:ext cx="9157063" cy="1694329"/>
          </a:xfrm>
          <a:prstGeom prst="rect">
            <a:avLst/>
          </a:prstGeom>
        </p:spPr>
      </p:pic>
    </p:spTree>
    <p:extLst>
      <p:ext uri="{BB962C8B-B14F-4D97-AF65-F5344CB8AC3E}">
        <p14:creationId xmlns:p14="http://schemas.microsoft.com/office/powerpoint/2010/main" val="91095874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00629B">
            <a:alpha val="50000"/>
          </a:srgbClr>
        </a:solidFill>
        <a:effectLst/>
      </p:bgPr>
    </p:bg>
    <p:spTree>
      <p:nvGrpSpPr>
        <p:cNvPr id="1" name=""/>
        <p:cNvGrpSpPr/>
        <p:nvPr/>
      </p:nvGrpSpPr>
      <p:grpSpPr>
        <a:xfrm>
          <a:off x="0" y="0"/>
          <a:ext cx="0" cy="0"/>
          <a:chOff x="0" y="0"/>
          <a:chExt cx="0" cy="0"/>
        </a:xfrm>
      </p:grpSpPr>
      <p:grpSp>
        <p:nvGrpSpPr>
          <p:cNvPr id="10" name="object 10"/>
          <p:cNvGrpSpPr/>
          <p:nvPr/>
        </p:nvGrpSpPr>
        <p:grpSpPr>
          <a:xfrm>
            <a:off x="2912618" y="2086208"/>
            <a:ext cx="6756400" cy="1584455"/>
            <a:chOff x="446087" y="3055873"/>
            <a:chExt cx="6946900" cy="2244725"/>
          </a:xfrm>
          <a:solidFill>
            <a:schemeClr val="accent2"/>
          </a:solidFill>
        </p:grpSpPr>
        <p:sp>
          <p:nvSpPr>
            <p:cNvPr id="11" name="object 11"/>
            <p:cNvSpPr/>
            <p:nvPr/>
          </p:nvSpPr>
          <p:spPr>
            <a:xfrm>
              <a:off x="446087" y="3055873"/>
              <a:ext cx="6946900" cy="2244725"/>
            </a:xfrm>
            <a:custGeom>
              <a:avLst/>
              <a:gdLst/>
              <a:ahLst/>
              <a:cxnLst/>
              <a:rect l="l" t="t" r="r" b="b"/>
              <a:pathLst>
                <a:path w="6946900" h="2244725">
                  <a:moveTo>
                    <a:pt x="6946900" y="0"/>
                  </a:moveTo>
                  <a:lnTo>
                    <a:pt x="0" y="0"/>
                  </a:lnTo>
                  <a:lnTo>
                    <a:pt x="0" y="2244725"/>
                  </a:lnTo>
                  <a:lnTo>
                    <a:pt x="6946900" y="2244725"/>
                  </a:lnTo>
                  <a:lnTo>
                    <a:pt x="6946900" y="0"/>
                  </a:lnTo>
                  <a:close/>
                </a:path>
              </a:pathLst>
            </a:custGeom>
            <a:grpFill/>
          </p:spPr>
          <p:txBody>
            <a:bodyPr wrap="square" lIns="0" tIns="0" rIns="0" bIns="0" rtlCol="0"/>
            <a:lstStyle/>
            <a:p>
              <a:endParaRPr b="1">
                <a:latin typeface="Times New Roman" panose="02020603050405020304" pitchFamily="18" charset="0"/>
                <a:cs typeface="Times New Roman" panose="02020603050405020304" pitchFamily="18" charset="0"/>
              </a:endParaRPr>
            </a:p>
          </p:txBody>
        </p:sp>
        <p:sp>
          <p:nvSpPr>
            <p:cNvPr id="12" name="object 12"/>
            <p:cNvSpPr/>
            <p:nvPr/>
          </p:nvSpPr>
          <p:spPr>
            <a:xfrm>
              <a:off x="536575" y="3136899"/>
              <a:ext cx="6765925" cy="2082800"/>
            </a:xfrm>
            <a:custGeom>
              <a:avLst/>
              <a:gdLst/>
              <a:ahLst/>
              <a:cxnLst/>
              <a:rect l="l" t="t" r="r" b="b"/>
              <a:pathLst>
                <a:path w="6765925" h="2082800">
                  <a:moveTo>
                    <a:pt x="6764528" y="0"/>
                  </a:moveTo>
                  <a:lnTo>
                    <a:pt x="1422" y="0"/>
                  </a:lnTo>
                  <a:lnTo>
                    <a:pt x="0" y="1397"/>
                  </a:lnTo>
                  <a:lnTo>
                    <a:pt x="0" y="2081402"/>
                  </a:lnTo>
                  <a:lnTo>
                    <a:pt x="1422" y="2082800"/>
                  </a:lnTo>
                  <a:lnTo>
                    <a:pt x="6764528" y="2082800"/>
                  </a:lnTo>
                  <a:lnTo>
                    <a:pt x="6765925" y="2081402"/>
                  </a:lnTo>
                  <a:lnTo>
                    <a:pt x="6765925" y="2080641"/>
                  </a:lnTo>
                  <a:lnTo>
                    <a:pt x="2590" y="2080641"/>
                  </a:lnTo>
                  <a:lnTo>
                    <a:pt x="2120" y="2080260"/>
                  </a:lnTo>
                  <a:lnTo>
                    <a:pt x="2120" y="2539"/>
                  </a:lnTo>
                  <a:lnTo>
                    <a:pt x="2590" y="2159"/>
                  </a:lnTo>
                  <a:lnTo>
                    <a:pt x="6765925" y="2159"/>
                  </a:lnTo>
                  <a:lnTo>
                    <a:pt x="6765925" y="1397"/>
                  </a:lnTo>
                  <a:lnTo>
                    <a:pt x="6764528" y="0"/>
                  </a:lnTo>
                  <a:close/>
                </a:path>
                <a:path w="6765925" h="2082800">
                  <a:moveTo>
                    <a:pt x="6765925" y="2159"/>
                  </a:moveTo>
                  <a:lnTo>
                    <a:pt x="6763384" y="2159"/>
                  </a:lnTo>
                  <a:lnTo>
                    <a:pt x="6763766" y="2539"/>
                  </a:lnTo>
                  <a:lnTo>
                    <a:pt x="6763766" y="2080260"/>
                  </a:lnTo>
                  <a:lnTo>
                    <a:pt x="6763384" y="2080641"/>
                  </a:lnTo>
                  <a:lnTo>
                    <a:pt x="6765925" y="2080641"/>
                  </a:lnTo>
                  <a:lnTo>
                    <a:pt x="6765925" y="2159"/>
                  </a:lnTo>
                  <a:close/>
                </a:path>
                <a:path w="6765925" h="2082800">
                  <a:moveTo>
                    <a:pt x="6761733" y="4190"/>
                  </a:moveTo>
                  <a:lnTo>
                    <a:pt x="4229" y="4190"/>
                  </a:lnTo>
                  <a:lnTo>
                    <a:pt x="4229" y="2078608"/>
                  </a:lnTo>
                  <a:lnTo>
                    <a:pt x="6761733" y="2078608"/>
                  </a:lnTo>
                  <a:lnTo>
                    <a:pt x="6761733" y="2076450"/>
                  </a:lnTo>
                  <a:lnTo>
                    <a:pt x="6350" y="2076450"/>
                  </a:lnTo>
                  <a:lnTo>
                    <a:pt x="6350" y="6350"/>
                  </a:lnTo>
                  <a:lnTo>
                    <a:pt x="6761733" y="6350"/>
                  </a:lnTo>
                  <a:lnTo>
                    <a:pt x="6761733" y="4190"/>
                  </a:lnTo>
                  <a:close/>
                </a:path>
                <a:path w="6765925" h="2082800">
                  <a:moveTo>
                    <a:pt x="6761733" y="6350"/>
                  </a:moveTo>
                  <a:lnTo>
                    <a:pt x="6759575" y="6350"/>
                  </a:lnTo>
                  <a:lnTo>
                    <a:pt x="6759575" y="2076450"/>
                  </a:lnTo>
                  <a:lnTo>
                    <a:pt x="6761733" y="2076450"/>
                  </a:lnTo>
                  <a:lnTo>
                    <a:pt x="6761733" y="6350"/>
                  </a:lnTo>
                  <a:close/>
                </a:path>
              </a:pathLst>
            </a:custGeom>
            <a:grpFill/>
          </p:spPr>
          <p:txBody>
            <a:bodyPr wrap="square" lIns="0" tIns="0" rIns="0" bIns="0" rtlCol="0"/>
            <a:lstStyle/>
            <a:p>
              <a:endParaRPr b="1">
                <a:latin typeface="Times New Roman" panose="02020603050405020304" pitchFamily="18" charset="0"/>
                <a:cs typeface="Times New Roman" panose="02020603050405020304" pitchFamily="18" charset="0"/>
              </a:endParaRPr>
            </a:p>
          </p:txBody>
        </p:sp>
      </p:grpSp>
      <p:sp>
        <p:nvSpPr>
          <p:cNvPr id="14" name="object 14"/>
          <p:cNvSpPr txBox="1"/>
          <p:nvPr/>
        </p:nvSpPr>
        <p:spPr>
          <a:xfrm>
            <a:off x="2905589" y="2274070"/>
            <a:ext cx="6756400" cy="1244571"/>
          </a:xfrm>
          <a:prstGeom prst="rect">
            <a:avLst/>
          </a:prstGeom>
        </p:spPr>
        <p:txBody>
          <a:bodyPr vert="horz" wrap="square" lIns="0" tIns="13335" rIns="0" bIns="0" rtlCol="0">
            <a:spAutoFit/>
          </a:bodyPr>
          <a:lstStyle/>
          <a:p>
            <a:pPr marL="12700" marR="5080" algn="ctr">
              <a:spcBef>
                <a:spcPts val="105"/>
              </a:spcBef>
            </a:pPr>
            <a:r>
              <a:rPr lang="en-GB" sz="4000" b="1" spc="15" dirty="0">
                <a:latin typeface="Times New Roman" panose="02020603050405020304" pitchFamily="18" charset="0"/>
                <a:cs typeface="Times New Roman" panose="02020603050405020304" pitchFamily="18" charset="0"/>
              </a:rPr>
              <a:t>Similarity With Other Code Injection</a:t>
            </a:r>
          </a:p>
        </p:txBody>
      </p:sp>
      <p:pic>
        <p:nvPicPr>
          <p:cNvPr id="15" name="Picture 1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77369" y="120580"/>
            <a:ext cx="734244" cy="507442"/>
          </a:xfrm>
          <a:prstGeom prst="rect">
            <a:avLst/>
          </a:prstGeom>
        </p:spPr>
      </p:pic>
      <p:sp>
        <p:nvSpPr>
          <p:cNvPr id="5" name="Slide Number Placeholder 4"/>
          <p:cNvSpPr>
            <a:spLocks noGrp="1"/>
          </p:cNvSpPr>
          <p:nvPr>
            <p:ph type="sldNum" sz="quarter" idx="12"/>
          </p:nvPr>
        </p:nvSpPr>
        <p:spPr/>
        <p:txBody>
          <a:bodyPr/>
          <a:lstStyle/>
          <a:p>
            <a:fld id="{13C51ED2-AC48-45BF-9843-B46461D80413}" type="slidenum">
              <a:rPr lang="en-US" b="1" smtClean="0">
                <a:solidFill>
                  <a:schemeClr val="tx1"/>
                </a:solidFill>
                <a:latin typeface="Times New Roman" panose="02020603050405020304" pitchFamily="18" charset="0"/>
                <a:cs typeface="Times New Roman" panose="02020603050405020304" pitchFamily="18" charset="0"/>
              </a:rPr>
              <a:t>38</a:t>
            </a:fld>
            <a:endParaRPr lang="en-US" b="1">
              <a:solidFill>
                <a:schemeClr val="tx1"/>
              </a:solidFill>
              <a:latin typeface="Times New Roman" panose="02020603050405020304" pitchFamily="18" charset="0"/>
              <a:cs typeface="Times New Roman" panose="02020603050405020304" pitchFamily="18" charset="0"/>
            </a:endParaRPr>
          </a:p>
        </p:txBody>
      </p:sp>
      <p:sp>
        <p:nvSpPr>
          <p:cNvPr id="18" name="Footer Placeholder 3"/>
          <p:cNvSpPr>
            <a:spLocks noGrp="1"/>
          </p:cNvSpPr>
          <p:nvPr>
            <p:ph type="ftr" sz="quarter" idx="11"/>
          </p:nvPr>
        </p:nvSpPr>
        <p:spPr>
          <a:xfrm>
            <a:off x="3413126" y="6355639"/>
            <a:ext cx="5197474" cy="365125"/>
          </a:xfrm>
        </p:spPr>
        <p:txBody>
          <a:bodyPr/>
          <a:lstStyle/>
          <a:p>
            <a:r>
              <a:rPr lang="en-GB" b="1" dirty="0">
                <a:solidFill>
                  <a:schemeClr val="tx1"/>
                </a:solidFill>
                <a:latin typeface="Times New Roman" panose="02020603050405020304" pitchFamily="18" charset="0"/>
                <a:cs typeface="Times New Roman" panose="02020603050405020304" pitchFamily="18" charset="0"/>
              </a:rPr>
              <a:t>NATIONAL UNIVERSITY OF COMPUTER &amp; EMERGING SCIENCES</a:t>
            </a:r>
            <a:endParaRPr lang="en-US" b="1" dirty="0">
              <a:solidFill>
                <a:schemeClr val="tx1"/>
              </a:solidFill>
              <a:latin typeface="Times New Roman" panose="02020603050405020304" pitchFamily="18" charset="0"/>
              <a:cs typeface="Times New Roman" panose="02020603050405020304" pitchFamily="18" charset="0"/>
            </a:endParaRPr>
          </a:p>
        </p:txBody>
      </p:sp>
      <p:sp>
        <p:nvSpPr>
          <p:cNvPr id="16" name="Rounded Rectangle 15"/>
          <p:cNvSpPr/>
          <p:nvPr/>
        </p:nvSpPr>
        <p:spPr>
          <a:xfrm>
            <a:off x="2718188" y="3670663"/>
            <a:ext cx="7131203" cy="940526"/>
          </a:xfrm>
          <a:prstGeom prst="round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3280344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00629B">
            <a:alpha val="50000"/>
          </a:srgbClr>
        </a:solidFill>
        <a:effectLst/>
      </p:bgPr>
    </p:bg>
    <p:spTree>
      <p:nvGrpSpPr>
        <p:cNvPr id="1" name=""/>
        <p:cNvGrpSpPr/>
        <p:nvPr/>
      </p:nvGrpSpPr>
      <p:grpSpPr>
        <a:xfrm>
          <a:off x="0" y="0"/>
          <a:ext cx="0" cy="0"/>
          <a:chOff x="0" y="0"/>
          <a:chExt cx="0" cy="0"/>
        </a:xfrm>
      </p:grpSpPr>
      <p:sp>
        <p:nvSpPr>
          <p:cNvPr id="2" name="object 2"/>
          <p:cNvSpPr/>
          <p:nvPr/>
        </p:nvSpPr>
        <p:spPr>
          <a:xfrm>
            <a:off x="940526" y="1045029"/>
            <a:ext cx="10115202" cy="5309899"/>
          </a:xfrm>
          <a:prstGeom prst="rect">
            <a:avLst/>
          </a:prstGeom>
          <a:blipFill>
            <a:blip r:embed="rId2" cstate="print"/>
            <a:stretch>
              <a:fillRect/>
            </a:stretch>
          </a:blip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377369" y="146706"/>
            <a:ext cx="734244" cy="507442"/>
          </a:xfrm>
          <a:prstGeom prst="rect">
            <a:avLst/>
          </a:prstGeom>
        </p:spPr>
      </p:pic>
      <p:sp>
        <p:nvSpPr>
          <p:cNvPr id="9" name="Title 9"/>
          <p:cNvSpPr txBox="1">
            <a:spLocks/>
          </p:cNvSpPr>
          <p:nvPr/>
        </p:nvSpPr>
        <p:spPr>
          <a:xfrm>
            <a:off x="809897" y="549685"/>
            <a:ext cx="9914709" cy="493922"/>
          </a:xfrm>
          <a:prstGeom prst="rect">
            <a:avLst/>
          </a:prstGeom>
        </p:spPr>
        <p:txBody>
          <a:bodyPr vert="horz" lIns="91440" tIns="45720" rIns="91440" bIns="45720" rtlCol="0" anchor="b">
            <a:no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GB" sz="4000" b="1" dirty="0">
                <a:latin typeface="Times New Roman" panose="02020603050405020304" pitchFamily="18" charset="0"/>
                <a:cs typeface="Times New Roman" panose="02020603050405020304" pitchFamily="18" charset="0"/>
              </a:rPr>
              <a:t>System Injection</a:t>
            </a:r>
          </a:p>
        </p:txBody>
      </p:sp>
      <p:sp>
        <p:nvSpPr>
          <p:cNvPr id="13" name="Slide Number Placeholder 12"/>
          <p:cNvSpPr>
            <a:spLocks noGrp="1"/>
          </p:cNvSpPr>
          <p:nvPr>
            <p:ph type="sldNum" sz="quarter" idx="12"/>
          </p:nvPr>
        </p:nvSpPr>
        <p:spPr/>
        <p:txBody>
          <a:bodyPr/>
          <a:lstStyle/>
          <a:p>
            <a:fld id="{13C51ED2-AC48-45BF-9843-B46461D80413}" type="slidenum">
              <a:rPr lang="en-US" b="1" smtClean="0">
                <a:solidFill>
                  <a:schemeClr val="tx1"/>
                </a:solidFill>
                <a:latin typeface="Times New Roman" panose="02020603050405020304" pitchFamily="18" charset="0"/>
                <a:cs typeface="Times New Roman" panose="02020603050405020304" pitchFamily="18" charset="0"/>
              </a:rPr>
              <a:t>39</a:t>
            </a:fld>
            <a:endParaRPr lang="en-US" b="1" dirty="0">
              <a:solidFill>
                <a:schemeClr val="tx1"/>
              </a:solidFill>
              <a:latin typeface="Times New Roman" panose="02020603050405020304" pitchFamily="18" charset="0"/>
              <a:cs typeface="Times New Roman" panose="02020603050405020304" pitchFamily="18" charset="0"/>
            </a:endParaRPr>
          </a:p>
        </p:txBody>
      </p:sp>
      <p:sp>
        <p:nvSpPr>
          <p:cNvPr id="14" name="Footer Placeholder 3"/>
          <p:cNvSpPr>
            <a:spLocks noGrp="1"/>
          </p:cNvSpPr>
          <p:nvPr>
            <p:ph type="ftr" sz="quarter" idx="11"/>
          </p:nvPr>
        </p:nvSpPr>
        <p:spPr>
          <a:xfrm>
            <a:off x="3413126" y="6355639"/>
            <a:ext cx="5197474" cy="365125"/>
          </a:xfrm>
        </p:spPr>
        <p:txBody>
          <a:bodyPr/>
          <a:lstStyle/>
          <a:p>
            <a:r>
              <a:rPr lang="en-GB" b="1" dirty="0">
                <a:solidFill>
                  <a:schemeClr val="tx1"/>
                </a:solidFill>
                <a:latin typeface="Times New Roman" panose="02020603050405020304" pitchFamily="18" charset="0"/>
                <a:cs typeface="Times New Roman" panose="02020603050405020304" pitchFamily="18" charset="0"/>
              </a:rPr>
              <a:t>NATIONAL UNIVERSITY OF COMPUTER &amp; EMERGING SCIENCES</a:t>
            </a:r>
            <a:endParaRPr lang="en-US" b="1" dirty="0">
              <a:solidFill>
                <a:schemeClr val="tx1"/>
              </a:solidFill>
              <a:latin typeface="Times New Roman" panose="02020603050405020304" pitchFamily="18" charset="0"/>
              <a:cs typeface="Times New Roman" panose="02020603050405020304" pitchFamily="18" charset="0"/>
            </a:endParaRPr>
          </a:p>
        </p:txBody>
      </p:sp>
      <p:pic>
        <p:nvPicPr>
          <p:cNvPr id="7" name="Picture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99423" y="2597405"/>
            <a:ext cx="9397408" cy="1395249"/>
          </a:xfrm>
          <a:prstGeom prst="rect">
            <a:avLst/>
          </a:prstGeom>
        </p:spPr>
      </p:pic>
    </p:spTree>
    <p:extLst>
      <p:ext uri="{BB962C8B-B14F-4D97-AF65-F5344CB8AC3E}">
        <p14:creationId xmlns:p14="http://schemas.microsoft.com/office/powerpoint/2010/main" val="59605372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00629B">
            <a:alpha val="50000"/>
          </a:srgbClr>
        </a:solidFill>
        <a:effectLst/>
      </p:bgPr>
    </p:bg>
    <p:spTree>
      <p:nvGrpSpPr>
        <p:cNvPr id="1" name=""/>
        <p:cNvGrpSpPr/>
        <p:nvPr/>
      </p:nvGrpSpPr>
      <p:grpSpPr>
        <a:xfrm>
          <a:off x="0" y="0"/>
          <a:ext cx="0" cy="0"/>
          <a:chOff x="0" y="0"/>
          <a:chExt cx="0" cy="0"/>
        </a:xfrm>
      </p:grpSpPr>
      <p:sp>
        <p:nvSpPr>
          <p:cNvPr id="2" name="object 2"/>
          <p:cNvSpPr/>
          <p:nvPr/>
        </p:nvSpPr>
        <p:spPr>
          <a:xfrm>
            <a:off x="940526" y="1045029"/>
            <a:ext cx="10115202" cy="5309899"/>
          </a:xfrm>
          <a:prstGeom prst="rect">
            <a:avLst/>
          </a:prstGeom>
          <a:blipFill>
            <a:blip r:embed="rId2" cstate="print"/>
            <a:stretch>
              <a:fillRect/>
            </a:stretch>
          </a:blip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377369" y="146706"/>
            <a:ext cx="734244" cy="507442"/>
          </a:xfrm>
          <a:prstGeom prst="rect">
            <a:avLst/>
          </a:prstGeom>
        </p:spPr>
      </p:pic>
      <p:sp>
        <p:nvSpPr>
          <p:cNvPr id="9" name="Title 9"/>
          <p:cNvSpPr txBox="1">
            <a:spLocks/>
          </p:cNvSpPr>
          <p:nvPr/>
        </p:nvSpPr>
        <p:spPr>
          <a:xfrm>
            <a:off x="809897" y="549685"/>
            <a:ext cx="9914709" cy="493922"/>
          </a:xfrm>
          <a:prstGeom prst="rect">
            <a:avLst/>
          </a:prstGeom>
        </p:spPr>
        <p:txBody>
          <a:bodyPr vert="horz" lIns="91440" tIns="45720" rIns="91440" bIns="45720" rtlCol="0" anchor="b">
            <a:no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GB" sz="4000" b="1" dirty="0">
                <a:latin typeface="Times New Roman" panose="02020603050405020304" pitchFamily="18" charset="0"/>
                <a:cs typeface="Times New Roman" panose="02020603050405020304" pitchFamily="18" charset="0"/>
              </a:rPr>
              <a:t>Javascript Injection (Cross-Site Scripting)</a:t>
            </a:r>
          </a:p>
        </p:txBody>
      </p:sp>
      <p:sp>
        <p:nvSpPr>
          <p:cNvPr id="13" name="Slide Number Placeholder 12"/>
          <p:cNvSpPr>
            <a:spLocks noGrp="1"/>
          </p:cNvSpPr>
          <p:nvPr>
            <p:ph type="sldNum" sz="quarter" idx="12"/>
          </p:nvPr>
        </p:nvSpPr>
        <p:spPr/>
        <p:txBody>
          <a:bodyPr/>
          <a:lstStyle/>
          <a:p>
            <a:fld id="{13C51ED2-AC48-45BF-9843-B46461D80413}" type="slidenum">
              <a:rPr lang="en-US" b="1" smtClean="0">
                <a:solidFill>
                  <a:schemeClr val="tx1"/>
                </a:solidFill>
                <a:latin typeface="Times New Roman" panose="02020603050405020304" pitchFamily="18" charset="0"/>
                <a:cs typeface="Times New Roman" panose="02020603050405020304" pitchFamily="18" charset="0"/>
              </a:rPr>
              <a:t>40</a:t>
            </a:fld>
            <a:endParaRPr lang="en-US" b="1" dirty="0">
              <a:solidFill>
                <a:schemeClr val="tx1"/>
              </a:solidFill>
              <a:latin typeface="Times New Roman" panose="02020603050405020304" pitchFamily="18" charset="0"/>
              <a:cs typeface="Times New Roman" panose="02020603050405020304" pitchFamily="18" charset="0"/>
            </a:endParaRPr>
          </a:p>
        </p:txBody>
      </p:sp>
      <p:sp>
        <p:nvSpPr>
          <p:cNvPr id="14" name="Footer Placeholder 3"/>
          <p:cNvSpPr>
            <a:spLocks noGrp="1"/>
          </p:cNvSpPr>
          <p:nvPr>
            <p:ph type="ftr" sz="quarter" idx="11"/>
          </p:nvPr>
        </p:nvSpPr>
        <p:spPr>
          <a:xfrm>
            <a:off x="3413126" y="6355639"/>
            <a:ext cx="5197474" cy="365125"/>
          </a:xfrm>
        </p:spPr>
        <p:txBody>
          <a:bodyPr/>
          <a:lstStyle/>
          <a:p>
            <a:r>
              <a:rPr lang="en-GB" b="1" dirty="0">
                <a:solidFill>
                  <a:schemeClr val="tx1"/>
                </a:solidFill>
                <a:latin typeface="Times New Roman" panose="02020603050405020304" pitchFamily="18" charset="0"/>
                <a:cs typeface="Times New Roman" panose="02020603050405020304" pitchFamily="18" charset="0"/>
              </a:rPr>
              <a:t>NATIONAL UNIVERSITY OF COMPUTER &amp; EMERGING SCIENCES</a:t>
            </a:r>
            <a:endParaRPr lang="en-US" b="1" dirty="0">
              <a:solidFill>
                <a:schemeClr val="tx1"/>
              </a:solidFill>
              <a:latin typeface="Times New Roman" panose="02020603050405020304" pitchFamily="18" charset="0"/>
              <a:cs typeface="Times New Roman" panose="02020603050405020304" pitchFamily="18" charset="0"/>
            </a:endParaRPr>
          </a:p>
        </p:txBody>
      </p:sp>
      <p:pic>
        <p:nvPicPr>
          <p:cNvPr id="5" name="Picture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72562" y="2433276"/>
            <a:ext cx="9851129" cy="1981970"/>
          </a:xfrm>
          <a:prstGeom prst="rect">
            <a:avLst/>
          </a:prstGeom>
        </p:spPr>
      </p:pic>
    </p:spTree>
    <p:extLst>
      <p:ext uri="{BB962C8B-B14F-4D97-AF65-F5344CB8AC3E}">
        <p14:creationId xmlns:p14="http://schemas.microsoft.com/office/powerpoint/2010/main" val="164664472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00629B">
            <a:alpha val="50000"/>
          </a:srgbClr>
        </a:solidFill>
        <a:effectLst/>
      </p:bgPr>
    </p:bg>
    <p:spTree>
      <p:nvGrpSpPr>
        <p:cNvPr id="1" name=""/>
        <p:cNvGrpSpPr/>
        <p:nvPr/>
      </p:nvGrpSpPr>
      <p:grpSpPr>
        <a:xfrm>
          <a:off x="0" y="0"/>
          <a:ext cx="0" cy="0"/>
          <a:chOff x="0" y="0"/>
          <a:chExt cx="0" cy="0"/>
        </a:xfrm>
      </p:grpSpPr>
      <p:sp>
        <p:nvSpPr>
          <p:cNvPr id="2" name="object 2"/>
          <p:cNvSpPr/>
          <p:nvPr/>
        </p:nvSpPr>
        <p:spPr>
          <a:xfrm>
            <a:off x="940526" y="1045029"/>
            <a:ext cx="10115202" cy="5309899"/>
          </a:xfrm>
          <a:prstGeom prst="rect">
            <a:avLst/>
          </a:prstGeom>
          <a:blipFill>
            <a:blip r:embed="rId2" cstate="print"/>
            <a:stretch>
              <a:fillRect/>
            </a:stretch>
          </a:blip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377369" y="146706"/>
            <a:ext cx="734244" cy="507442"/>
          </a:xfrm>
          <a:prstGeom prst="rect">
            <a:avLst/>
          </a:prstGeom>
        </p:spPr>
      </p:pic>
      <p:sp>
        <p:nvSpPr>
          <p:cNvPr id="9" name="Title 9"/>
          <p:cNvSpPr txBox="1">
            <a:spLocks/>
          </p:cNvSpPr>
          <p:nvPr/>
        </p:nvSpPr>
        <p:spPr>
          <a:xfrm>
            <a:off x="809897" y="549685"/>
            <a:ext cx="8908869" cy="493922"/>
          </a:xfrm>
          <a:prstGeom prst="rect">
            <a:avLst/>
          </a:prstGeom>
        </p:spPr>
        <p:txBody>
          <a:bodyPr vert="horz" lIns="91440" tIns="45720" rIns="91440" bIns="45720" rtlCol="0" anchor="b">
            <a:no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GB" sz="4000" b="1" dirty="0">
                <a:latin typeface="Times New Roman" panose="02020603050405020304" pitchFamily="18" charset="0"/>
                <a:cs typeface="Times New Roman" panose="02020603050405020304" pitchFamily="18" charset="0"/>
              </a:rPr>
              <a:t>SQL Injection</a:t>
            </a:r>
          </a:p>
        </p:txBody>
      </p:sp>
      <p:sp>
        <p:nvSpPr>
          <p:cNvPr id="13" name="Slide Number Placeholder 12"/>
          <p:cNvSpPr>
            <a:spLocks noGrp="1"/>
          </p:cNvSpPr>
          <p:nvPr>
            <p:ph type="sldNum" sz="quarter" idx="12"/>
          </p:nvPr>
        </p:nvSpPr>
        <p:spPr/>
        <p:txBody>
          <a:bodyPr/>
          <a:lstStyle/>
          <a:p>
            <a:fld id="{13C51ED2-AC48-45BF-9843-B46461D80413}" type="slidenum">
              <a:rPr lang="en-US" b="1" smtClean="0">
                <a:solidFill>
                  <a:schemeClr val="tx1"/>
                </a:solidFill>
                <a:latin typeface="Times New Roman" panose="02020603050405020304" pitchFamily="18" charset="0"/>
                <a:cs typeface="Times New Roman" panose="02020603050405020304" pitchFamily="18" charset="0"/>
              </a:rPr>
              <a:t>41</a:t>
            </a:fld>
            <a:endParaRPr lang="en-US" b="1" dirty="0">
              <a:solidFill>
                <a:schemeClr val="tx1"/>
              </a:solidFill>
              <a:latin typeface="Times New Roman" panose="02020603050405020304" pitchFamily="18" charset="0"/>
              <a:cs typeface="Times New Roman" panose="02020603050405020304" pitchFamily="18" charset="0"/>
            </a:endParaRPr>
          </a:p>
        </p:txBody>
      </p:sp>
      <p:sp>
        <p:nvSpPr>
          <p:cNvPr id="14" name="Footer Placeholder 3"/>
          <p:cNvSpPr>
            <a:spLocks noGrp="1"/>
          </p:cNvSpPr>
          <p:nvPr>
            <p:ph type="ftr" sz="quarter" idx="11"/>
          </p:nvPr>
        </p:nvSpPr>
        <p:spPr>
          <a:xfrm>
            <a:off x="3413126" y="6355639"/>
            <a:ext cx="5197474" cy="365125"/>
          </a:xfrm>
        </p:spPr>
        <p:txBody>
          <a:bodyPr/>
          <a:lstStyle/>
          <a:p>
            <a:r>
              <a:rPr lang="en-GB" b="1" dirty="0">
                <a:solidFill>
                  <a:schemeClr val="tx1"/>
                </a:solidFill>
                <a:latin typeface="Times New Roman" panose="02020603050405020304" pitchFamily="18" charset="0"/>
                <a:cs typeface="Times New Roman" panose="02020603050405020304" pitchFamily="18" charset="0"/>
              </a:rPr>
              <a:t>NATIONAL UNIVERSITY OF COMPUTER &amp; EMERGING SCIENCES</a:t>
            </a:r>
            <a:endParaRPr lang="en-US" b="1" dirty="0">
              <a:solidFill>
                <a:schemeClr val="tx1"/>
              </a:solidFill>
              <a:latin typeface="Times New Roman" panose="02020603050405020304" pitchFamily="18" charset="0"/>
              <a:cs typeface="Times New Roman" panose="02020603050405020304" pitchFamily="18" charset="0"/>
            </a:endParaRPr>
          </a:p>
        </p:txBody>
      </p:sp>
      <p:pic>
        <p:nvPicPr>
          <p:cNvPr id="3" name="Picture 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80265" y="2341836"/>
            <a:ext cx="9242594" cy="1890530"/>
          </a:xfrm>
          <a:prstGeom prst="rect">
            <a:avLst/>
          </a:prstGeom>
        </p:spPr>
      </p:pic>
    </p:spTree>
    <p:extLst>
      <p:ext uri="{BB962C8B-B14F-4D97-AF65-F5344CB8AC3E}">
        <p14:creationId xmlns:p14="http://schemas.microsoft.com/office/powerpoint/2010/main" val="156979251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00629B">
            <a:alpha val="50000"/>
          </a:srgbClr>
        </a:solidFill>
        <a:effectLst/>
      </p:bgPr>
    </p:bg>
    <p:spTree>
      <p:nvGrpSpPr>
        <p:cNvPr id="1" name=""/>
        <p:cNvGrpSpPr/>
        <p:nvPr/>
      </p:nvGrpSpPr>
      <p:grpSpPr>
        <a:xfrm>
          <a:off x="0" y="0"/>
          <a:ext cx="0" cy="0"/>
          <a:chOff x="0" y="0"/>
          <a:chExt cx="0" cy="0"/>
        </a:xfrm>
      </p:grpSpPr>
      <p:grpSp>
        <p:nvGrpSpPr>
          <p:cNvPr id="10" name="object 10"/>
          <p:cNvGrpSpPr/>
          <p:nvPr/>
        </p:nvGrpSpPr>
        <p:grpSpPr>
          <a:xfrm>
            <a:off x="2912618" y="2086208"/>
            <a:ext cx="6756400" cy="1584455"/>
            <a:chOff x="446087" y="3055873"/>
            <a:chExt cx="6946900" cy="2244725"/>
          </a:xfrm>
          <a:solidFill>
            <a:schemeClr val="accent2"/>
          </a:solidFill>
        </p:grpSpPr>
        <p:sp>
          <p:nvSpPr>
            <p:cNvPr id="11" name="object 11"/>
            <p:cNvSpPr/>
            <p:nvPr/>
          </p:nvSpPr>
          <p:spPr>
            <a:xfrm>
              <a:off x="446087" y="3055873"/>
              <a:ext cx="6946900" cy="2244725"/>
            </a:xfrm>
            <a:custGeom>
              <a:avLst/>
              <a:gdLst/>
              <a:ahLst/>
              <a:cxnLst/>
              <a:rect l="l" t="t" r="r" b="b"/>
              <a:pathLst>
                <a:path w="6946900" h="2244725">
                  <a:moveTo>
                    <a:pt x="6946900" y="0"/>
                  </a:moveTo>
                  <a:lnTo>
                    <a:pt x="0" y="0"/>
                  </a:lnTo>
                  <a:lnTo>
                    <a:pt x="0" y="2244725"/>
                  </a:lnTo>
                  <a:lnTo>
                    <a:pt x="6946900" y="2244725"/>
                  </a:lnTo>
                  <a:lnTo>
                    <a:pt x="6946900" y="0"/>
                  </a:lnTo>
                  <a:close/>
                </a:path>
              </a:pathLst>
            </a:custGeom>
            <a:grpFill/>
          </p:spPr>
          <p:txBody>
            <a:bodyPr wrap="square" lIns="0" tIns="0" rIns="0" bIns="0" rtlCol="0"/>
            <a:lstStyle/>
            <a:p>
              <a:endParaRPr b="1">
                <a:latin typeface="Times New Roman" panose="02020603050405020304" pitchFamily="18" charset="0"/>
                <a:cs typeface="Times New Roman" panose="02020603050405020304" pitchFamily="18" charset="0"/>
              </a:endParaRPr>
            </a:p>
          </p:txBody>
        </p:sp>
        <p:sp>
          <p:nvSpPr>
            <p:cNvPr id="12" name="object 12"/>
            <p:cNvSpPr/>
            <p:nvPr/>
          </p:nvSpPr>
          <p:spPr>
            <a:xfrm>
              <a:off x="536575" y="3136899"/>
              <a:ext cx="6765925" cy="2082800"/>
            </a:xfrm>
            <a:custGeom>
              <a:avLst/>
              <a:gdLst/>
              <a:ahLst/>
              <a:cxnLst/>
              <a:rect l="l" t="t" r="r" b="b"/>
              <a:pathLst>
                <a:path w="6765925" h="2082800">
                  <a:moveTo>
                    <a:pt x="6764528" y="0"/>
                  </a:moveTo>
                  <a:lnTo>
                    <a:pt x="1422" y="0"/>
                  </a:lnTo>
                  <a:lnTo>
                    <a:pt x="0" y="1397"/>
                  </a:lnTo>
                  <a:lnTo>
                    <a:pt x="0" y="2081402"/>
                  </a:lnTo>
                  <a:lnTo>
                    <a:pt x="1422" y="2082800"/>
                  </a:lnTo>
                  <a:lnTo>
                    <a:pt x="6764528" y="2082800"/>
                  </a:lnTo>
                  <a:lnTo>
                    <a:pt x="6765925" y="2081402"/>
                  </a:lnTo>
                  <a:lnTo>
                    <a:pt x="6765925" y="2080641"/>
                  </a:lnTo>
                  <a:lnTo>
                    <a:pt x="2590" y="2080641"/>
                  </a:lnTo>
                  <a:lnTo>
                    <a:pt x="2120" y="2080260"/>
                  </a:lnTo>
                  <a:lnTo>
                    <a:pt x="2120" y="2539"/>
                  </a:lnTo>
                  <a:lnTo>
                    <a:pt x="2590" y="2159"/>
                  </a:lnTo>
                  <a:lnTo>
                    <a:pt x="6765925" y="2159"/>
                  </a:lnTo>
                  <a:lnTo>
                    <a:pt x="6765925" y="1397"/>
                  </a:lnTo>
                  <a:lnTo>
                    <a:pt x="6764528" y="0"/>
                  </a:lnTo>
                  <a:close/>
                </a:path>
                <a:path w="6765925" h="2082800">
                  <a:moveTo>
                    <a:pt x="6765925" y="2159"/>
                  </a:moveTo>
                  <a:lnTo>
                    <a:pt x="6763384" y="2159"/>
                  </a:lnTo>
                  <a:lnTo>
                    <a:pt x="6763766" y="2539"/>
                  </a:lnTo>
                  <a:lnTo>
                    <a:pt x="6763766" y="2080260"/>
                  </a:lnTo>
                  <a:lnTo>
                    <a:pt x="6763384" y="2080641"/>
                  </a:lnTo>
                  <a:lnTo>
                    <a:pt x="6765925" y="2080641"/>
                  </a:lnTo>
                  <a:lnTo>
                    <a:pt x="6765925" y="2159"/>
                  </a:lnTo>
                  <a:close/>
                </a:path>
                <a:path w="6765925" h="2082800">
                  <a:moveTo>
                    <a:pt x="6761733" y="4190"/>
                  </a:moveTo>
                  <a:lnTo>
                    <a:pt x="4229" y="4190"/>
                  </a:lnTo>
                  <a:lnTo>
                    <a:pt x="4229" y="2078608"/>
                  </a:lnTo>
                  <a:lnTo>
                    <a:pt x="6761733" y="2078608"/>
                  </a:lnTo>
                  <a:lnTo>
                    <a:pt x="6761733" y="2076450"/>
                  </a:lnTo>
                  <a:lnTo>
                    <a:pt x="6350" y="2076450"/>
                  </a:lnTo>
                  <a:lnTo>
                    <a:pt x="6350" y="6350"/>
                  </a:lnTo>
                  <a:lnTo>
                    <a:pt x="6761733" y="6350"/>
                  </a:lnTo>
                  <a:lnTo>
                    <a:pt x="6761733" y="4190"/>
                  </a:lnTo>
                  <a:close/>
                </a:path>
                <a:path w="6765925" h="2082800">
                  <a:moveTo>
                    <a:pt x="6761733" y="6350"/>
                  </a:moveTo>
                  <a:lnTo>
                    <a:pt x="6759575" y="6350"/>
                  </a:lnTo>
                  <a:lnTo>
                    <a:pt x="6759575" y="2076450"/>
                  </a:lnTo>
                  <a:lnTo>
                    <a:pt x="6761733" y="2076450"/>
                  </a:lnTo>
                  <a:lnTo>
                    <a:pt x="6761733" y="6350"/>
                  </a:lnTo>
                  <a:close/>
                </a:path>
              </a:pathLst>
            </a:custGeom>
            <a:grpFill/>
          </p:spPr>
          <p:txBody>
            <a:bodyPr wrap="square" lIns="0" tIns="0" rIns="0" bIns="0" rtlCol="0"/>
            <a:lstStyle/>
            <a:p>
              <a:endParaRPr b="1">
                <a:latin typeface="Times New Roman" panose="02020603050405020304" pitchFamily="18" charset="0"/>
                <a:cs typeface="Times New Roman" panose="02020603050405020304" pitchFamily="18" charset="0"/>
              </a:endParaRPr>
            </a:p>
          </p:txBody>
        </p:sp>
      </p:grpSp>
      <p:sp>
        <p:nvSpPr>
          <p:cNvPr id="14" name="object 14"/>
          <p:cNvSpPr txBox="1"/>
          <p:nvPr/>
        </p:nvSpPr>
        <p:spPr>
          <a:xfrm>
            <a:off x="2905589" y="2670389"/>
            <a:ext cx="6756400" cy="629018"/>
          </a:xfrm>
          <a:prstGeom prst="rect">
            <a:avLst/>
          </a:prstGeom>
        </p:spPr>
        <p:txBody>
          <a:bodyPr vert="horz" wrap="square" lIns="0" tIns="13335" rIns="0" bIns="0" rtlCol="0">
            <a:spAutoFit/>
          </a:bodyPr>
          <a:lstStyle/>
          <a:p>
            <a:pPr marL="12700" marR="5080" algn="ctr">
              <a:spcBef>
                <a:spcPts val="105"/>
              </a:spcBef>
            </a:pPr>
            <a:r>
              <a:rPr lang="en-GB" sz="4000" b="1" spc="15" dirty="0">
                <a:latin typeface="Times New Roman" panose="02020603050405020304" pitchFamily="18" charset="0"/>
                <a:cs typeface="Times New Roman" panose="02020603050405020304" pitchFamily="18" charset="0"/>
              </a:rPr>
              <a:t>Countermeasure</a:t>
            </a:r>
          </a:p>
        </p:txBody>
      </p:sp>
      <p:pic>
        <p:nvPicPr>
          <p:cNvPr id="15" name="Picture 1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77369" y="120580"/>
            <a:ext cx="734244" cy="507442"/>
          </a:xfrm>
          <a:prstGeom prst="rect">
            <a:avLst/>
          </a:prstGeom>
        </p:spPr>
      </p:pic>
      <p:sp>
        <p:nvSpPr>
          <p:cNvPr id="5" name="Slide Number Placeholder 4"/>
          <p:cNvSpPr>
            <a:spLocks noGrp="1"/>
          </p:cNvSpPr>
          <p:nvPr>
            <p:ph type="sldNum" sz="quarter" idx="12"/>
          </p:nvPr>
        </p:nvSpPr>
        <p:spPr/>
        <p:txBody>
          <a:bodyPr/>
          <a:lstStyle/>
          <a:p>
            <a:fld id="{13C51ED2-AC48-45BF-9843-B46461D80413}" type="slidenum">
              <a:rPr lang="en-US" b="1" smtClean="0">
                <a:solidFill>
                  <a:schemeClr val="tx1"/>
                </a:solidFill>
                <a:latin typeface="Times New Roman" panose="02020603050405020304" pitchFamily="18" charset="0"/>
                <a:cs typeface="Times New Roman" panose="02020603050405020304" pitchFamily="18" charset="0"/>
              </a:rPr>
              <a:t>42</a:t>
            </a:fld>
            <a:endParaRPr lang="en-US" b="1">
              <a:solidFill>
                <a:schemeClr val="tx1"/>
              </a:solidFill>
              <a:latin typeface="Times New Roman" panose="02020603050405020304" pitchFamily="18" charset="0"/>
              <a:cs typeface="Times New Roman" panose="02020603050405020304" pitchFamily="18" charset="0"/>
            </a:endParaRPr>
          </a:p>
        </p:txBody>
      </p:sp>
      <p:sp>
        <p:nvSpPr>
          <p:cNvPr id="18" name="Footer Placeholder 3"/>
          <p:cNvSpPr>
            <a:spLocks noGrp="1"/>
          </p:cNvSpPr>
          <p:nvPr>
            <p:ph type="ftr" sz="quarter" idx="11"/>
          </p:nvPr>
        </p:nvSpPr>
        <p:spPr>
          <a:xfrm>
            <a:off x="3413126" y="6355639"/>
            <a:ext cx="5197474" cy="365125"/>
          </a:xfrm>
        </p:spPr>
        <p:txBody>
          <a:bodyPr/>
          <a:lstStyle/>
          <a:p>
            <a:r>
              <a:rPr lang="en-GB" b="1" dirty="0">
                <a:solidFill>
                  <a:schemeClr val="tx1"/>
                </a:solidFill>
                <a:latin typeface="Times New Roman" panose="02020603050405020304" pitchFamily="18" charset="0"/>
                <a:cs typeface="Times New Roman" panose="02020603050405020304" pitchFamily="18" charset="0"/>
              </a:rPr>
              <a:t>NATIONAL UNIVERSITY OF COMPUTER &amp; EMERGING SCIENCES</a:t>
            </a:r>
            <a:endParaRPr lang="en-US" b="1" dirty="0">
              <a:solidFill>
                <a:schemeClr val="tx1"/>
              </a:solidFill>
              <a:latin typeface="Times New Roman" panose="02020603050405020304" pitchFamily="18" charset="0"/>
              <a:cs typeface="Times New Roman" panose="02020603050405020304" pitchFamily="18" charset="0"/>
            </a:endParaRPr>
          </a:p>
        </p:txBody>
      </p:sp>
      <p:sp>
        <p:nvSpPr>
          <p:cNvPr id="16" name="Rounded Rectangle 15"/>
          <p:cNvSpPr/>
          <p:nvPr/>
        </p:nvSpPr>
        <p:spPr>
          <a:xfrm>
            <a:off x="2718188" y="3670663"/>
            <a:ext cx="7131203" cy="940526"/>
          </a:xfrm>
          <a:prstGeom prst="round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6198517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00629B">
            <a:alpha val="50000"/>
          </a:srgbClr>
        </a:solidFill>
        <a:effectLst/>
      </p:bgPr>
    </p:bg>
    <p:spTree>
      <p:nvGrpSpPr>
        <p:cNvPr id="1" name=""/>
        <p:cNvGrpSpPr/>
        <p:nvPr/>
      </p:nvGrpSpPr>
      <p:grpSpPr>
        <a:xfrm>
          <a:off x="0" y="0"/>
          <a:ext cx="0" cy="0"/>
          <a:chOff x="0" y="0"/>
          <a:chExt cx="0" cy="0"/>
        </a:xfrm>
      </p:grpSpPr>
      <p:sp>
        <p:nvSpPr>
          <p:cNvPr id="2" name="object 2"/>
          <p:cNvSpPr/>
          <p:nvPr/>
        </p:nvSpPr>
        <p:spPr>
          <a:xfrm>
            <a:off x="940526" y="1045029"/>
            <a:ext cx="10115202" cy="5309899"/>
          </a:xfrm>
          <a:prstGeom prst="rect">
            <a:avLst/>
          </a:prstGeom>
          <a:blipFill>
            <a:blip r:embed="rId2" cstate="print"/>
            <a:stretch>
              <a:fillRect/>
            </a:stretch>
          </a:blip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377369" y="146706"/>
            <a:ext cx="734244" cy="507442"/>
          </a:xfrm>
          <a:prstGeom prst="rect">
            <a:avLst/>
          </a:prstGeom>
        </p:spPr>
      </p:pic>
      <p:sp>
        <p:nvSpPr>
          <p:cNvPr id="9" name="Title 9"/>
          <p:cNvSpPr txBox="1">
            <a:spLocks/>
          </p:cNvSpPr>
          <p:nvPr/>
        </p:nvSpPr>
        <p:spPr>
          <a:xfrm>
            <a:off x="809897" y="549685"/>
            <a:ext cx="8908869" cy="493922"/>
          </a:xfrm>
          <a:prstGeom prst="rect">
            <a:avLst/>
          </a:prstGeom>
        </p:spPr>
        <p:txBody>
          <a:bodyPr vert="horz" lIns="91440" tIns="45720" rIns="91440" bIns="45720" rtlCol="0" anchor="b">
            <a:no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GB" sz="4000" b="1" dirty="0">
                <a:latin typeface="Times New Roman" panose="02020603050405020304" pitchFamily="18" charset="0"/>
                <a:cs typeface="Times New Roman" panose="02020603050405020304" pitchFamily="18" charset="0"/>
              </a:rPr>
              <a:t>Turning Code into Data</a:t>
            </a:r>
          </a:p>
        </p:txBody>
      </p:sp>
      <p:sp>
        <p:nvSpPr>
          <p:cNvPr id="13" name="Slide Number Placeholder 12"/>
          <p:cNvSpPr>
            <a:spLocks noGrp="1"/>
          </p:cNvSpPr>
          <p:nvPr>
            <p:ph type="sldNum" sz="quarter" idx="12"/>
          </p:nvPr>
        </p:nvSpPr>
        <p:spPr/>
        <p:txBody>
          <a:bodyPr/>
          <a:lstStyle/>
          <a:p>
            <a:fld id="{13C51ED2-AC48-45BF-9843-B46461D80413}" type="slidenum">
              <a:rPr lang="en-US" b="1" smtClean="0">
                <a:solidFill>
                  <a:schemeClr val="tx1"/>
                </a:solidFill>
                <a:latin typeface="Times New Roman" panose="02020603050405020304" pitchFamily="18" charset="0"/>
                <a:cs typeface="Times New Roman" panose="02020603050405020304" pitchFamily="18" charset="0"/>
              </a:rPr>
              <a:t>43</a:t>
            </a:fld>
            <a:endParaRPr lang="en-US" b="1" dirty="0">
              <a:solidFill>
                <a:schemeClr val="tx1"/>
              </a:solidFill>
              <a:latin typeface="Times New Roman" panose="02020603050405020304" pitchFamily="18" charset="0"/>
              <a:cs typeface="Times New Roman" panose="02020603050405020304" pitchFamily="18" charset="0"/>
            </a:endParaRPr>
          </a:p>
        </p:txBody>
      </p:sp>
      <p:sp>
        <p:nvSpPr>
          <p:cNvPr id="14" name="Footer Placeholder 3"/>
          <p:cNvSpPr>
            <a:spLocks noGrp="1"/>
          </p:cNvSpPr>
          <p:nvPr>
            <p:ph type="ftr" sz="quarter" idx="11"/>
          </p:nvPr>
        </p:nvSpPr>
        <p:spPr>
          <a:xfrm>
            <a:off x="3413126" y="6355639"/>
            <a:ext cx="5197474" cy="365125"/>
          </a:xfrm>
        </p:spPr>
        <p:txBody>
          <a:bodyPr/>
          <a:lstStyle/>
          <a:p>
            <a:r>
              <a:rPr lang="en-GB" b="1" dirty="0">
                <a:solidFill>
                  <a:schemeClr val="tx1"/>
                </a:solidFill>
                <a:latin typeface="Times New Roman" panose="02020603050405020304" pitchFamily="18" charset="0"/>
                <a:cs typeface="Times New Roman" panose="02020603050405020304" pitchFamily="18" charset="0"/>
              </a:rPr>
              <a:t>NATIONAL UNIVERSITY OF COMPUTER &amp; EMERGING SCIENCES</a:t>
            </a:r>
            <a:endParaRPr lang="en-US" b="1" dirty="0">
              <a:solidFill>
                <a:schemeClr val="tx1"/>
              </a:solidFill>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933301" y="1325052"/>
            <a:ext cx="8159597" cy="4775302"/>
          </a:xfrm>
          <a:prstGeom prst="rect">
            <a:avLst/>
          </a:prstGeom>
        </p:spPr>
      </p:pic>
    </p:spTree>
    <p:extLst>
      <p:ext uri="{BB962C8B-B14F-4D97-AF65-F5344CB8AC3E}">
        <p14:creationId xmlns:p14="http://schemas.microsoft.com/office/powerpoint/2010/main" val="405866766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00629B">
            <a:alpha val="50000"/>
          </a:srgbClr>
        </a:solidFill>
        <a:effectLst/>
      </p:bgPr>
    </p:bg>
    <p:spTree>
      <p:nvGrpSpPr>
        <p:cNvPr id="1" name=""/>
        <p:cNvGrpSpPr/>
        <p:nvPr/>
      </p:nvGrpSpPr>
      <p:grpSpPr>
        <a:xfrm>
          <a:off x="0" y="0"/>
          <a:ext cx="0" cy="0"/>
          <a:chOff x="0" y="0"/>
          <a:chExt cx="0" cy="0"/>
        </a:xfrm>
      </p:grpSpPr>
      <p:sp>
        <p:nvSpPr>
          <p:cNvPr id="2" name="object 2"/>
          <p:cNvSpPr/>
          <p:nvPr/>
        </p:nvSpPr>
        <p:spPr>
          <a:xfrm>
            <a:off x="940526" y="1045029"/>
            <a:ext cx="10115202" cy="5309899"/>
          </a:xfrm>
          <a:prstGeom prst="rect">
            <a:avLst/>
          </a:prstGeom>
          <a:blipFill>
            <a:blip r:embed="rId2" cstate="print"/>
            <a:stretch>
              <a:fillRect/>
            </a:stretch>
          </a:blip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377369" y="146706"/>
            <a:ext cx="734244" cy="507442"/>
          </a:xfrm>
          <a:prstGeom prst="rect">
            <a:avLst/>
          </a:prstGeom>
        </p:spPr>
      </p:pic>
      <p:sp>
        <p:nvSpPr>
          <p:cNvPr id="9" name="Title 9"/>
          <p:cNvSpPr txBox="1">
            <a:spLocks/>
          </p:cNvSpPr>
          <p:nvPr/>
        </p:nvSpPr>
        <p:spPr>
          <a:xfrm>
            <a:off x="809897" y="549685"/>
            <a:ext cx="8908869" cy="493922"/>
          </a:xfrm>
          <a:prstGeom prst="rect">
            <a:avLst/>
          </a:prstGeom>
        </p:spPr>
        <p:txBody>
          <a:bodyPr vert="horz" lIns="91440" tIns="45720" rIns="91440" bIns="45720" rtlCol="0" anchor="b">
            <a:no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GB" sz="4000" b="1" dirty="0">
                <a:latin typeface="Times New Roman" panose="02020603050405020304" pitchFamily="18" charset="0"/>
                <a:cs typeface="Times New Roman" panose="02020603050405020304" pitchFamily="18" charset="0"/>
              </a:rPr>
              <a:t>Separate Code and Data</a:t>
            </a:r>
          </a:p>
        </p:txBody>
      </p:sp>
      <p:sp>
        <p:nvSpPr>
          <p:cNvPr id="13" name="Slide Number Placeholder 12"/>
          <p:cNvSpPr>
            <a:spLocks noGrp="1"/>
          </p:cNvSpPr>
          <p:nvPr>
            <p:ph type="sldNum" sz="quarter" idx="12"/>
          </p:nvPr>
        </p:nvSpPr>
        <p:spPr/>
        <p:txBody>
          <a:bodyPr/>
          <a:lstStyle/>
          <a:p>
            <a:fld id="{13C51ED2-AC48-45BF-9843-B46461D80413}" type="slidenum">
              <a:rPr lang="en-US" b="1" smtClean="0">
                <a:solidFill>
                  <a:schemeClr val="tx1"/>
                </a:solidFill>
                <a:latin typeface="Times New Roman" panose="02020603050405020304" pitchFamily="18" charset="0"/>
                <a:cs typeface="Times New Roman" panose="02020603050405020304" pitchFamily="18" charset="0"/>
              </a:rPr>
              <a:t>44</a:t>
            </a:fld>
            <a:endParaRPr lang="en-US" b="1" dirty="0">
              <a:solidFill>
                <a:schemeClr val="tx1"/>
              </a:solidFill>
              <a:latin typeface="Times New Roman" panose="02020603050405020304" pitchFamily="18" charset="0"/>
              <a:cs typeface="Times New Roman" panose="02020603050405020304" pitchFamily="18" charset="0"/>
            </a:endParaRPr>
          </a:p>
        </p:txBody>
      </p:sp>
      <p:sp>
        <p:nvSpPr>
          <p:cNvPr id="14" name="Footer Placeholder 3"/>
          <p:cNvSpPr>
            <a:spLocks noGrp="1"/>
          </p:cNvSpPr>
          <p:nvPr>
            <p:ph type="ftr" sz="quarter" idx="11"/>
          </p:nvPr>
        </p:nvSpPr>
        <p:spPr>
          <a:xfrm>
            <a:off x="3413126" y="6355639"/>
            <a:ext cx="5197474" cy="365125"/>
          </a:xfrm>
        </p:spPr>
        <p:txBody>
          <a:bodyPr/>
          <a:lstStyle/>
          <a:p>
            <a:r>
              <a:rPr lang="en-GB" b="1" dirty="0">
                <a:solidFill>
                  <a:schemeClr val="tx1"/>
                </a:solidFill>
                <a:latin typeface="Times New Roman" panose="02020603050405020304" pitchFamily="18" charset="0"/>
                <a:cs typeface="Times New Roman" panose="02020603050405020304" pitchFamily="18" charset="0"/>
              </a:rPr>
              <a:t>NATIONAL UNIVERSITY OF COMPUTER &amp; EMERGING SCIENCES</a:t>
            </a:r>
            <a:endParaRPr lang="en-US" b="1" dirty="0">
              <a:solidFill>
                <a:schemeClr val="tx1"/>
              </a:solidFill>
              <a:latin typeface="Times New Roman" panose="02020603050405020304" pitchFamily="18" charset="0"/>
              <a:cs typeface="Times New Roman" panose="02020603050405020304" pitchFamily="18" charset="0"/>
            </a:endParaRPr>
          </a:p>
        </p:txBody>
      </p:sp>
      <p:sp>
        <p:nvSpPr>
          <p:cNvPr id="8" name="object 5"/>
          <p:cNvSpPr txBox="1"/>
          <p:nvPr/>
        </p:nvSpPr>
        <p:spPr>
          <a:xfrm>
            <a:off x="2008192" y="2440718"/>
            <a:ext cx="8216348" cy="2469266"/>
          </a:xfrm>
          <a:prstGeom prst="rect">
            <a:avLst/>
          </a:prstGeom>
        </p:spPr>
        <p:txBody>
          <a:bodyPr vert="horz" wrap="square" lIns="0" tIns="85725" rIns="0" bIns="0" rtlCol="0">
            <a:spAutoFit/>
          </a:bodyPr>
          <a:lstStyle/>
          <a:p>
            <a:pPr marL="354965" indent="-342900" algn="just">
              <a:lnSpc>
                <a:spcPct val="100000"/>
              </a:lnSpc>
              <a:spcBef>
                <a:spcPts val="1325"/>
              </a:spcBef>
              <a:buFont typeface="Wingdings" panose="05000000000000000000" pitchFamily="2" charset="2"/>
              <a:buChar char="v"/>
              <a:tabLst>
                <a:tab pos="241935" algn="l"/>
              </a:tabLst>
            </a:pPr>
            <a:r>
              <a:rPr lang="en-GB" sz="2400" spc="15" dirty="0">
                <a:latin typeface="Times New Roman" panose="02020603050405020304" pitchFamily="18" charset="0"/>
                <a:cs typeface="Times New Roman" panose="02020603050405020304" pitchFamily="18" charset="0"/>
              </a:rPr>
              <a:t>Turning code into data or apply filter is not reliable solution. Because, attacker can easily bypass both solutions.</a:t>
            </a:r>
          </a:p>
          <a:p>
            <a:pPr marL="354965" indent="-342900" algn="just">
              <a:lnSpc>
                <a:spcPct val="100000"/>
              </a:lnSpc>
              <a:spcBef>
                <a:spcPts val="1325"/>
              </a:spcBef>
              <a:buFont typeface="Wingdings" panose="05000000000000000000" pitchFamily="2" charset="2"/>
              <a:buChar char="v"/>
              <a:tabLst>
                <a:tab pos="241935" algn="l"/>
              </a:tabLst>
            </a:pPr>
            <a:r>
              <a:rPr lang="en-GB" sz="2400" spc="15" dirty="0">
                <a:latin typeface="Times New Roman" panose="02020603050405020304" pitchFamily="18" charset="0"/>
                <a:cs typeface="Times New Roman" panose="02020603050405020304" pitchFamily="18" charset="0"/>
              </a:rPr>
              <a:t>Another solution is that separate code and data and pass both through </a:t>
            </a:r>
            <a:r>
              <a:rPr lang="en-GB" sz="2400" spc="15" dirty="0">
                <a:solidFill>
                  <a:srgbClr val="FF0000"/>
                </a:solidFill>
                <a:latin typeface="Times New Roman" panose="02020603050405020304" pitchFamily="18" charset="0"/>
                <a:cs typeface="Times New Roman" panose="02020603050405020304" pitchFamily="18" charset="0"/>
              </a:rPr>
              <a:t>separate channel to avoid code inject</a:t>
            </a:r>
            <a:r>
              <a:rPr lang="en-GB" sz="2400" spc="15" dirty="0">
                <a:latin typeface="Times New Roman" panose="02020603050405020304" pitchFamily="18" charset="0"/>
                <a:cs typeface="Times New Roman" panose="02020603050405020304" pitchFamily="18" charset="0"/>
              </a:rPr>
              <a:t>. Mostly SQL engines provide this solution for performance called prepared statements.</a:t>
            </a:r>
          </a:p>
        </p:txBody>
      </p:sp>
    </p:spTree>
    <p:extLst>
      <p:ext uri="{BB962C8B-B14F-4D97-AF65-F5344CB8AC3E}">
        <p14:creationId xmlns:p14="http://schemas.microsoft.com/office/powerpoint/2010/main" val="45146819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00629B">
            <a:alpha val="50000"/>
          </a:srgbClr>
        </a:solidFill>
        <a:effectLst/>
      </p:bgPr>
    </p:bg>
    <p:spTree>
      <p:nvGrpSpPr>
        <p:cNvPr id="1" name=""/>
        <p:cNvGrpSpPr/>
        <p:nvPr/>
      </p:nvGrpSpPr>
      <p:grpSpPr>
        <a:xfrm>
          <a:off x="0" y="0"/>
          <a:ext cx="0" cy="0"/>
          <a:chOff x="0" y="0"/>
          <a:chExt cx="0" cy="0"/>
        </a:xfrm>
      </p:grpSpPr>
      <p:sp>
        <p:nvSpPr>
          <p:cNvPr id="2" name="object 2"/>
          <p:cNvSpPr/>
          <p:nvPr/>
        </p:nvSpPr>
        <p:spPr>
          <a:xfrm>
            <a:off x="940526" y="1045029"/>
            <a:ext cx="10115202" cy="5309899"/>
          </a:xfrm>
          <a:prstGeom prst="rect">
            <a:avLst/>
          </a:prstGeom>
          <a:blipFill>
            <a:blip r:embed="rId2" cstate="print"/>
            <a:stretch>
              <a:fillRect/>
            </a:stretch>
          </a:blip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377369" y="146706"/>
            <a:ext cx="734244" cy="507442"/>
          </a:xfrm>
          <a:prstGeom prst="rect">
            <a:avLst/>
          </a:prstGeom>
        </p:spPr>
      </p:pic>
      <p:sp>
        <p:nvSpPr>
          <p:cNvPr id="9" name="Title 9"/>
          <p:cNvSpPr txBox="1">
            <a:spLocks/>
          </p:cNvSpPr>
          <p:nvPr/>
        </p:nvSpPr>
        <p:spPr>
          <a:xfrm>
            <a:off x="809897" y="549685"/>
            <a:ext cx="8908869" cy="493922"/>
          </a:xfrm>
          <a:prstGeom prst="rect">
            <a:avLst/>
          </a:prstGeom>
        </p:spPr>
        <p:txBody>
          <a:bodyPr vert="horz" lIns="91440" tIns="45720" rIns="91440" bIns="45720" rtlCol="0" anchor="b">
            <a:no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GB" sz="4000" b="1" dirty="0">
                <a:latin typeface="Times New Roman" panose="02020603050405020304" pitchFamily="18" charset="0"/>
                <a:cs typeface="Times New Roman" panose="02020603050405020304" pitchFamily="18" charset="0"/>
              </a:rPr>
              <a:t>Prepared Statement</a:t>
            </a:r>
          </a:p>
        </p:txBody>
      </p:sp>
      <p:sp>
        <p:nvSpPr>
          <p:cNvPr id="13" name="Slide Number Placeholder 12"/>
          <p:cNvSpPr>
            <a:spLocks noGrp="1"/>
          </p:cNvSpPr>
          <p:nvPr>
            <p:ph type="sldNum" sz="quarter" idx="12"/>
          </p:nvPr>
        </p:nvSpPr>
        <p:spPr/>
        <p:txBody>
          <a:bodyPr/>
          <a:lstStyle/>
          <a:p>
            <a:fld id="{13C51ED2-AC48-45BF-9843-B46461D80413}" type="slidenum">
              <a:rPr lang="en-US" b="1" smtClean="0">
                <a:solidFill>
                  <a:schemeClr val="tx1"/>
                </a:solidFill>
                <a:latin typeface="Times New Roman" panose="02020603050405020304" pitchFamily="18" charset="0"/>
                <a:cs typeface="Times New Roman" panose="02020603050405020304" pitchFamily="18" charset="0"/>
              </a:rPr>
              <a:t>45</a:t>
            </a:fld>
            <a:endParaRPr lang="en-US" b="1" dirty="0">
              <a:solidFill>
                <a:schemeClr val="tx1"/>
              </a:solidFill>
              <a:latin typeface="Times New Roman" panose="02020603050405020304" pitchFamily="18" charset="0"/>
              <a:cs typeface="Times New Roman" panose="02020603050405020304" pitchFamily="18" charset="0"/>
            </a:endParaRPr>
          </a:p>
        </p:txBody>
      </p:sp>
      <p:sp>
        <p:nvSpPr>
          <p:cNvPr id="14" name="Footer Placeholder 3"/>
          <p:cNvSpPr>
            <a:spLocks noGrp="1"/>
          </p:cNvSpPr>
          <p:nvPr>
            <p:ph type="ftr" sz="quarter" idx="11"/>
          </p:nvPr>
        </p:nvSpPr>
        <p:spPr>
          <a:xfrm>
            <a:off x="3413126" y="6355639"/>
            <a:ext cx="5197474" cy="365125"/>
          </a:xfrm>
        </p:spPr>
        <p:txBody>
          <a:bodyPr/>
          <a:lstStyle/>
          <a:p>
            <a:r>
              <a:rPr lang="en-GB" b="1" dirty="0">
                <a:solidFill>
                  <a:schemeClr val="tx1"/>
                </a:solidFill>
                <a:latin typeface="Times New Roman" panose="02020603050405020304" pitchFamily="18" charset="0"/>
                <a:cs typeface="Times New Roman" panose="02020603050405020304" pitchFamily="18" charset="0"/>
              </a:rPr>
              <a:t>NATIONAL UNIVERSITY OF COMPUTER &amp; EMERGING SCIENCES</a:t>
            </a:r>
            <a:endParaRPr lang="en-US" b="1" dirty="0">
              <a:solidFill>
                <a:schemeClr val="tx1"/>
              </a:solidFill>
              <a:latin typeface="Times New Roman" panose="02020603050405020304" pitchFamily="18" charset="0"/>
              <a:cs typeface="Times New Roman" panose="02020603050405020304" pitchFamily="18" charset="0"/>
            </a:endParaRPr>
          </a:p>
        </p:txBody>
      </p:sp>
      <p:pic>
        <p:nvPicPr>
          <p:cNvPr id="5" name="Picture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652223" y="1318745"/>
            <a:ext cx="8691808" cy="1528960"/>
          </a:xfrm>
          <a:prstGeom prst="rect">
            <a:avLst/>
          </a:prstGeom>
        </p:spPr>
      </p:pic>
      <p:pic>
        <p:nvPicPr>
          <p:cNvPr id="7" name="Picture 6"/>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652223" y="2847705"/>
            <a:ext cx="8691808" cy="3311531"/>
          </a:xfrm>
          <a:prstGeom prst="rect">
            <a:avLst/>
          </a:prstGeom>
        </p:spPr>
      </p:pic>
    </p:spTree>
    <p:extLst>
      <p:ext uri="{BB962C8B-B14F-4D97-AF65-F5344CB8AC3E}">
        <p14:creationId xmlns:p14="http://schemas.microsoft.com/office/powerpoint/2010/main" val="154753824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00629B">
            <a:alpha val="50000"/>
          </a:srgbClr>
        </a:solidFill>
        <a:effectLst/>
      </p:bgPr>
    </p:bg>
    <p:spTree>
      <p:nvGrpSpPr>
        <p:cNvPr id="1" name=""/>
        <p:cNvGrpSpPr/>
        <p:nvPr/>
      </p:nvGrpSpPr>
      <p:grpSpPr>
        <a:xfrm>
          <a:off x="0" y="0"/>
          <a:ext cx="0" cy="0"/>
          <a:chOff x="0" y="0"/>
          <a:chExt cx="0" cy="0"/>
        </a:xfrm>
      </p:grpSpPr>
      <p:sp>
        <p:nvSpPr>
          <p:cNvPr id="2" name="object 2"/>
          <p:cNvSpPr/>
          <p:nvPr/>
        </p:nvSpPr>
        <p:spPr>
          <a:xfrm>
            <a:off x="940526" y="1045029"/>
            <a:ext cx="10115202" cy="5309899"/>
          </a:xfrm>
          <a:prstGeom prst="rect">
            <a:avLst/>
          </a:prstGeom>
          <a:blipFill>
            <a:blip r:embed="rId2" cstate="print"/>
            <a:stretch>
              <a:fillRect/>
            </a:stretch>
          </a:blip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377369" y="146706"/>
            <a:ext cx="734244" cy="507442"/>
          </a:xfrm>
          <a:prstGeom prst="rect">
            <a:avLst/>
          </a:prstGeom>
        </p:spPr>
      </p:pic>
      <p:sp>
        <p:nvSpPr>
          <p:cNvPr id="9" name="Title 9"/>
          <p:cNvSpPr txBox="1">
            <a:spLocks/>
          </p:cNvSpPr>
          <p:nvPr/>
        </p:nvSpPr>
        <p:spPr>
          <a:xfrm>
            <a:off x="809897" y="549685"/>
            <a:ext cx="8908869" cy="493922"/>
          </a:xfrm>
          <a:prstGeom prst="rect">
            <a:avLst/>
          </a:prstGeom>
        </p:spPr>
        <p:txBody>
          <a:bodyPr vert="horz" lIns="91440" tIns="45720" rIns="91440" bIns="45720" rtlCol="0" anchor="b">
            <a:no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GB" sz="4000" b="1" dirty="0">
                <a:latin typeface="Times New Roman" panose="02020603050405020304" pitchFamily="18" charset="0"/>
                <a:cs typeface="Times New Roman" panose="02020603050405020304" pitchFamily="18" charset="0"/>
              </a:rPr>
              <a:t>Prepared Statement Program</a:t>
            </a:r>
          </a:p>
        </p:txBody>
      </p:sp>
      <p:sp>
        <p:nvSpPr>
          <p:cNvPr id="13" name="Slide Number Placeholder 12"/>
          <p:cNvSpPr>
            <a:spLocks noGrp="1"/>
          </p:cNvSpPr>
          <p:nvPr>
            <p:ph type="sldNum" sz="quarter" idx="12"/>
          </p:nvPr>
        </p:nvSpPr>
        <p:spPr/>
        <p:txBody>
          <a:bodyPr/>
          <a:lstStyle/>
          <a:p>
            <a:fld id="{13C51ED2-AC48-45BF-9843-B46461D80413}" type="slidenum">
              <a:rPr lang="en-US" b="1" smtClean="0">
                <a:solidFill>
                  <a:schemeClr val="tx1"/>
                </a:solidFill>
                <a:latin typeface="Times New Roman" panose="02020603050405020304" pitchFamily="18" charset="0"/>
                <a:cs typeface="Times New Roman" panose="02020603050405020304" pitchFamily="18" charset="0"/>
              </a:rPr>
              <a:t>46</a:t>
            </a:fld>
            <a:endParaRPr lang="en-US" b="1" dirty="0">
              <a:solidFill>
                <a:schemeClr val="tx1"/>
              </a:solidFill>
              <a:latin typeface="Times New Roman" panose="02020603050405020304" pitchFamily="18" charset="0"/>
              <a:cs typeface="Times New Roman" panose="02020603050405020304" pitchFamily="18" charset="0"/>
            </a:endParaRPr>
          </a:p>
        </p:txBody>
      </p:sp>
      <p:sp>
        <p:nvSpPr>
          <p:cNvPr id="14" name="Footer Placeholder 3"/>
          <p:cNvSpPr>
            <a:spLocks noGrp="1"/>
          </p:cNvSpPr>
          <p:nvPr>
            <p:ph type="ftr" sz="quarter" idx="11"/>
          </p:nvPr>
        </p:nvSpPr>
        <p:spPr>
          <a:xfrm>
            <a:off x="3413126" y="6355639"/>
            <a:ext cx="5197474" cy="365125"/>
          </a:xfrm>
        </p:spPr>
        <p:txBody>
          <a:bodyPr/>
          <a:lstStyle/>
          <a:p>
            <a:r>
              <a:rPr lang="en-GB" b="1" dirty="0">
                <a:solidFill>
                  <a:schemeClr val="tx1"/>
                </a:solidFill>
                <a:latin typeface="Times New Roman" panose="02020603050405020304" pitchFamily="18" charset="0"/>
                <a:cs typeface="Times New Roman" panose="02020603050405020304" pitchFamily="18" charset="0"/>
              </a:rPr>
              <a:t>NATIONAL UNIVERSITY OF COMPUTER &amp; EMERGING SCIENCES</a:t>
            </a:r>
            <a:endParaRPr lang="en-US" b="1" dirty="0">
              <a:solidFill>
                <a:schemeClr val="tx1"/>
              </a:solidFill>
              <a:latin typeface="Times New Roman" panose="02020603050405020304" pitchFamily="18" charset="0"/>
              <a:cs typeface="Times New Roman" panose="02020603050405020304" pitchFamily="18" charset="0"/>
            </a:endParaRPr>
          </a:p>
        </p:txBody>
      </p:sp>
      <p:pic>
        <p:nvPicPr>
          <p:cNvPr id="3" name="Picture 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481943" y="1201784"/>
            <a:ext cx="7707086" cy="4872446"/>
          </a:xfrm>
          <a:prstGeom prst="rect">
            <a:avLst/>
          </a:prstGeom>
        </p:spPr>
      </p:pic>
    </p:spTree>
    <p:extLst>
      <p:ext uri="{BB962C8B-B14F-4D97-AF65-F5344CB8AC3E}">
        <p14:creationId xmlns:p14="http://schemas.microsoft.com/office/powerpoint/2010/main" val="412664232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00629B">
            <a:alpha val="50000"/>
          </a:srgbClr>
        </a:solidFill>
        <a:effectLst/>
      </p:bgPr>
    </p:bg>
    <p:spTree>
      <p:nvGrpSpPr>
        <p:cNvPr id="1" name=""/>
        <p:cNvGrpSpPr/>
        <p:nvPr/>
      </p:nvGrpSpPr>
      <p:grpSpPr>
        <a:xfrm>
          <a:off x="0" y="0"/>
          <a:ext cx="0" cy="0"/>
          <a:chOff x="0" y="0"/>
          <a:chExt cx="0" cy="0"/>
        </a:xfrm>
      </p:grpSpPr>
      <p:sp>
        <p:nvSpPr>
          <p:cNvPr id="2" name="object 2"/>
          <p:cNvSpPr/>
          <p:nvPr/>
        </p:nvSpPr>
        <p:spPr>
          <a:xfrm>
            <a:off x="735677" y="654149"/>
            <a:ext cx="10115202" cy="5656522"/>
          </a:xfrm>
          <a:prstGeom prst="rect">
            <a:avLst/>
          </a:prstGeom>
          <a:blipFill>
            <a:blip r:embed="rId2" cstate="print"/>
            <a:stretch>
              <a:fillRect/>
            </a:stretch>
          </a:blip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377369" y="146706"/>
            <a:ext cx="734244" cy="507442"/>
          </a:xfrm>
          <a:prstGeom prst="rect">
            <a:avLst/>
          </a:prstGeom>
        </p:spPr>
      </p:pic>
      <p:sp>
        <p:nvSpPr>
          <p:cNvPr id="13" name="Slide Number Placeholder 12"/>
          <p:cNvSpPr>
            <a:spLocks noGrp="1"/>
          </p:cNvSpPr>
          <p:nvPr>
            <p:ph type="sldNum" sz="quarter" idx="12"/>
          </p:nvPr>
        </p:nvSpPr>
        <p:spPr/>
        <p:txBody>
          <a:bodyPr/>
          <a:lstStyle/>
          <a:p>
            <a:fld id="{13C51ED2-AC48-45BF-9843-B46461D80413}" type="slidenum">
              <a:rPr lang="en-US" b="1" smtClean="0">
                <a:solidFill>
                  <a:schemeClr val="tx1"/>
                </a:solidFill>
                <a:latin typeface="Times New Roman" panose="02020603050405020304" pitchFamily="18" charset="0"/>
                <a:cs typeface="Times New Roman" panose="02020603050405020304" pitchFamily="18" charset="0"/>
              </a:rPr>
              <a:t>47</a:t>
            </a:fld>
            <a:endParaRPr lang="en-US" b="1" dirty="0">
              <a:solidFill>
                <a:schemeClr val="tx1"/>
              </a:solidFill>
              <a:latin typeface="Times New Roman" panose="02020603050405020304" pitchFamily="18" charset="0"/>
              <a:cs typeface="Times New Roman" panose="02020603050405020304" pitchFamily="18" charset="0"/>
            </a:endParaRPr>
          </a:p>
        </p:txBody>
      </p:sp>
      <p:sp>
        <p:nvSpPr>
          <p:cNvPr id="14" name="Footer Placeholder 3"/>
          <p:cNvSpPr>
            <a:spLocks noGrp="1"/>
          </p:cNvSpPr>
          <p:nvPr>
            <p:ph type="ftr" sz="quarter" idx="11"/>
          </p:nvPr>
        </p:nvSpPr>
        <p:spPr>
          <a:xfrm>
            <a:off x="3413126" y="6355639"/>
            <a:ext cx="5197474" cy="365125"/>
          </a:xfrm>
        </p:spPr>
        <p:txBody>
          <a:bodyPr/>
          <a:lstStyle/>
          <a:p>
            <a:r>
              <a:rPr lang="en-GB" b="1" dirty="0">
                <a:solidFill>
                  <a:schemeClr val="tx1"/>
                </a:solidFill>
                <a:latin typeface="Times New Roman" panose="02020603050405020304" pitchFamily="18" charset="0"/>
                <a:cs typeface="Times New Roman" panose="02020603050405020304" pitchFamily="18" charset="0"/>
              </a:rPr>
              <a:t>NATIONAL UNIVERSITY OF COMPUTER &amp; EMERGING SCIENCES</a:t>
            </a:r>
            <a:endParaRPr lang="en-US" b="1" dirty="0">
              <a:solidFill>
                <a:schemeClr val="tx1"/>
              </a:solidFill>
              <a:latin typeface="Times New Roman" panose="02020603050405020304" pitchFamily="18" charset="0"/>
              <a:cs typeface="Times New Roman" panose="02020603050405020304" pitchFamily="18" charset="0"/>
            </a:endParaRPr>
          </a:p>
        </p:txBody>
      </p:sp>
      <p:pic>
        <p:nvPicPr>
          <p:cNvPr id="3" name="Picture 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flipH="1">
            <a:off x="1864312" y="1367926"/>
            <a:ext cx="8181920" cy="3804966"/>
          </a:xfrm>
          <a:prstGeom prst="rect">
            <a:avLst/>
          </a:prstGeom>
        </p:spPr>
      </p:pic>
    </p:spTree>
    <p:extLst>
      <p:ext uri="{BB962C8B-B14F-4D97-AF65-F5344CB8AC3E}">
        <p14:creationId xmlns:p14="http://schemas.microsoft.com/office/powerpoint/2010/main" val="2915633798"/>
      </p:ext>
    </p:extLst>
  </p:cSld>
  <p:clrMapOvr>
    <a:masterClrMapping/>
  </p:clrMapOvr>
</p:sld>
</file>

<file path=ppt/theme/theme1.xml><?xml version="1.0" encoding="utf-8"?>
<a:theme xmlns:a="http://schemas.openxmlformats.org/drawingml/2006/main" name="Lecture 01">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Lecture 01</Template>
  <TotalTime>3243</TotalTime>
  <Words>719</Words>
  <Application>Microsoft Office PowerPoint</Application>
  <PresentationFormat>Widescreen</PresentationFormat>
  <Paragraphs>152</Paragraphs>
  <Slides>47</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47</vt:i4>
      </vt:variant>
    </vt:vector>
  </HeadingPairs>
  <TitlesOfParts>
    <vt:vector size="53" baseType="lpstr">
      <vt:lpstr>Arial</vt:lpstr>
      <vt:lpstr>Calibri</vt:lpstr>
      <vt:lpstr>Calibri Light</vt:lpstr>
      <vt:lpstr>Times New Roman</vt:lpstr>
      <vt:lpstr>Wingdings</vt:lpstr>
      <vt:lpstr>Lecture 01</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HaMza</dc:creator>
  <cp:lastModifiedBy>Dr. Umar Aftab</cp:lastModifiedBy>
  <cp:revision>230</cp:revision>
  <dcterms:created xsi:type="dcterms:W3CDTF">2021-10-20T10:54:54Z</dcterms:created>
  <dcterms:modified xsi:type="dcterms:W3CDTF">2022-10-31T16:24:13Z</dcterms:modified>
</cp:coreProperties>
</file>