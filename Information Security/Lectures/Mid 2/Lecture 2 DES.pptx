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49"/>
  </p:notesMasterIdLst>
  <p:sldIdLst>
    <p:sldId id="289" r:id="rId2"/>
    <p:sldId id="258" r:id="rId3"/>
    <p:sldId id="291" r:id="rId4"/>
    <p:sldId id="292" r:id="rId5"/>
    <p:sldId id="293" r:id="rId6"/>
    <p:sldId id="294" r:id="rId7"/>
    <p:sldId id="295" r:id="rId8"/>
    <p:sldId id="296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3" r:id="rId17"/>
    <p:sldId id="334" r:id="rId18"/>
    <p:sldId id="335" r:id="rId19"/>
    <p:sldId id="336" r:id="rId20"/>
    <p:sldId id="337" r:id="rId21"/>
    <p:sldId id="338" r:id="rId22"/>
    <p:sldId id="330" r:id="rId23"/>
    <p:sldId id="331" r:id="rId24"/>
    <p:sldId id="332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20" r:id="rId46"/>
    <p:sldId id="321" r:id="rId47"/>
    <p:sldId id="322" r:id="rId4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61" autoAdjust="0"/>
    <p:restoredTop sz="94662"/>
  </p:normalViewPr>
  <p:slideViewPr>
    <p:cSldViewPr>
      <p:cViewPr varScale="1">
        <p:scale>
          <a:sx n="83" d="100"/>
          <a:sy n="83" d="100"/>
        </p:scale>
        <p:origin x="163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08A1C-6D13-400C-8564-1D78C22623F4}" type="datetimeFigureOut">
              <a:rPr lang="en-GB" smtClean="0"/>
              <a:t>07/12/2021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8C5ED-4232-4262-9CD5-AB7A98DC92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90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can’t XOR 32 bit with 48 bits =&gt; so we need expansion 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8C5ED-4232-4262-9CD5-AB7A98DC92A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591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Suffle</a:t>
            </a:r>
            <a:r>
              <a:rPr lang="en-US" dirty="0"/>
              <a:t> them=&gt; place 28</a:t>
            </a:r>
            <a:r>
              <a:rPr lang="en-US" baseline="30000" dirty="0"/>
              <a:t>th</a:t>
            </a:r>
            <a:r>
              <a:rPr lang="en-US" dirty="0"/>
              <a:t> bit one first place and move the rest bits one step ahead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8C5ED-4232-4262-9CD5-AB7A98DC92A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373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Permutation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8C5ED-4232-4262-9CD5-AB7A98DC92A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686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B2520-7EA3-4702-BDFB-33502FD528C6}" type="datetime1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437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A2EB-74A3-4905-9F0D-29B83037F1F3}" type="datetime1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784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69D2-F764-41C4-A745-6095FA3C9C96}" type="datetime1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5742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07064-0B87-4FF8-8B70-6FD576A4099A}" type="datetime1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197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92DE-C662-411D-A78B-81963FAC0C50}" type="datetime1">
              <a:rPr lang="en-US" smtClean="0"/>
              <a:t>12/7/2021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04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DC42-CE00-48AD-9AB4-CDD2F33BA3F2}" type="datetime1">
              <a:rPr lang="en-US" smtClean="0"/>
              <a:t>12/7/2021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88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2F15-7D87-4F76-9B96-DC5DA21DC1A0}" type="datetime1">
              <a:rPr lang="en-US" smtClean="0"/>
              <a:t>12/7/2021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NATIONAL UNIVERSITY OF COMPUTER &amp; EMERGING SCIENCES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077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85DEE0C9-4455-4471-84DA-7878B176DB6D}" type="datetime1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NATIONAL UNIVERSITY OF COMPUTER &amp; EMERGING SCIENCES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848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4948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FAC5-5D04-4934-B629-5C2AD5448B03}" type="datetime1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76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8ED6-41BF-4B7C-AEAB-ACC4DD91B22A}" type="datetime1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291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2B0C-D686-44DC-AE86-AFC4879B9FCC}" type="datetime1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2965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144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6334316"/>
            <a:ext cx="9143989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5734"/>
            <a:ext cx="75438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C125B76-FE08-4589-ABDB-7E0084D0AB6D}" type="datetime1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NATIONAL UNIVERSITY OF COMPUTER &amp; EMERGING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787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6821423" y="2398179"/>
            <a:ext cx="895350" cy="1847374"/>
            <a:chOff x="7571231" y="2942844"/>
            <a:chExt cx="1193800" cy="2463165"/>
          </a:xfrm>
        </p:grpSpPr>
        <p:sp>
          <p:nvSpPr>
            <p:cNvPr id="7" name="object 7"/>
            <p:cNvSpPr/>
            <p:nvPr/>
          </p:nvSpPr>
          <p:spPr>
            <a:xfrm>
              <a:off x="7571231" y="2942844"/>
              <a:ext cx="1193292" cy="24627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12074" y="3136773"/>
              <a:ext cx="911225" cy="2075180"/>
            </a:xfrm>
            <a:custGeom>
              <a:avLst/>
              <a:gdLst/>
              <a:ahLst/>
              <a:cxnLst/>
              <a:rect l="l" t="t" r="r" b="b"/>
              <a:pathLst>
                <a:path w="911225" h="2075179">
                  <a:moveTo>
                    <a:pt x="911225" y="0"/>
                  </a:moveTo>
                  <a:lnTo>
                    <a:pt x="0" y="0"/>
                  </a:lnTo>
                  <a:lnTo>
                    <a:pt x="0" y="2074926"/>
                  </a:lnTo>
                  <a:lnTo>
                    <a:pt x="911225" y="2074926"/>
                  </a:lnTo>
                  <a:lnTo>
                    <a:pt x="911225" y="0"/>
                  </a:lnTo>
                  <a:close/>
                </a:path>
              </a:pathLst>
            </a:custGeom>
            <a:solidFill>
              <a:srgbClr val="B5AD52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12074" y="3136773"/>
              <a:ext cx="911225" cy="2075180"/>
            </a:xfrm>
            <a:custGeom>
              <a:avLst/>
              <a:gdLst/>
              <a:ahLst/>
              <a:cxnLst/>
              <a:rect l="l" t="t" r="r" b="b"/>
              <a:pathLst>
                <a:path w="911225" h="2075179">
                  <a:moveTo>
                    <a:pt x="0" y="2074926"/>
                  </a:moveTo>
                  <a:lnTo>
                    <a:pt x="911225" y="2074926"/>
                  </a:lnTo>
                  <a:lnTo>
                    <a:pt x="911225" y="0"/>
                  </a:lnTo>
                  <a:lnTo>
                    <a:pt x="0" y="0"/>
                  </a:lnTo>
                  <a:lnTo>
                    <a:pt x="0" y="2074926"/>
                  </a:lnTo>
                  <a:close/>
                </a:path>
              </a:pathLst>
            </a:custGeom>
            <a:ln w="6350">
              <a:solidFill>
                <a:srgbClr val="6B7C71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477565" y="2453559"/>
            <a:ext cx="5210175" cy="1683544"/>
            <a:chOff x="446087" y="3055873"/>
            <a:chExt cx="6946900" cy="2244725"/>
          </a:xfrm>
        </p:grpSpPr>
        <p:sp>
          <p:nvSpPr>
            <p:cNvPr id="11" name="object 11"/>
            <p:cNvSpPr/>
            <p:nvPr/>
          </p:nvSpPr>
          <p:spPr>
            <a:xfrm>
              <a:off x="446087" y="3055873"/>
              <a:ext cx="6946900" cy="2244725"/>
            </a:xfrm>
            <a:custGeom>
              <a:avLst/>
              <a:gdLst/>
              <a:ahLst/>
              <a:cxnLst/>
              <a:rect l="l" t="t" r="r" b="b"/>
              <a:pathLst>
                <a:path w="6946900" h="2244725">
                  <a:moveTo>
                    <a:pt x="6946900" y="0"/>
                  </a:moveTo>
                  <a:lnTo>
                    <a:pt x="0" y="0"/>
                  </a:lnTo>
                  <a:lnTo>
                    <a:pt x="0" y="2244725"/>
                  </a:lnTo>
                  <a:lnTo>
                    <a:pt x="6946900" y="2244725"/>
                  </a:lnTo>
                  <a:lnTo>
                    <a:pt x="6946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36575" y="3136899"/>
              <a:ext cx="6765925" cy="2082800"/>
            </a:xfrm>
            <a:custGeom>
              <a:avLst/>
              <a:gdLst/>
              <a:ahLst/>
              <a:cxnLst/>
              <a:rect l="l" t="t" r="r" b="b"/>
              <a:pathLst>
                <a:path w="6765925" h="2082800">
                  <a:moveTo>
                    <a:pt x="6764528" y="0"/>
                  </a:moveTo>
                  <a:lnTo>
                    <a:pt x="1422" y="0"/>
                  </a:lnTo>
                  <a:lnTo>
                    <a:pt x="0" y="1397"/>
                  </a:lnTo>
                  <a:lnTo>
                    <a:pt x="0" y="2081402"/>
                  </a:lnTo>
                  <a:lnTo>
                    <a:pt x="1422" y="2082800"/>
                  </a:lnTo>
                  <a:lnTo>
                    <a:pt x="6764528" y="2082800"/>
                  </a:lnTo>
                  <a:lnTo>
                    <a:pt x="6765925" y="2081402"/>
                  </a:lnTo>
                  <a:lnTo>
                    <a:pt x="6765925" y="2080641"/>
                  </a:lnTo>
                  <a:lnTo>
                    <a:pt x="2590" y="2080641"/>
                  </a:lnTo>
                  <a:lnTo>
                    <a:pt x="2120" y="2080260"/>
                  </a:lnTo>
                  <a:lnTo>
                    <a:pt x="2120" y="2539"/>
                  </a:lnTo>
                  <a:lnTo>
                    <a:pt x="2590" y="2159"/>
                  </a:lnTo>
                  <a:lnTo>
                    <a:pt x="6765925" y="2159"/>
                  </a:lnTo>
                  <a:lnTo>
                    <a:pt x="6765925" y="1397"/>
                  </a:lnTo>
                  <a:lnTo>
                    <a:pt x="6764528" y="0"/>
                  </a:lnTo>
                  <a:close/>
                </a:path>
                <a:path w="6765925" h="2082800">
                  <a:moveTo>
                    <a:pt x="6765925" y="2159"/>
                  </a:moveTo>
                  <a:lnTo>
                    <a:pt x="6763384" y="2159"/>
                  </a:lnTo>
                  <a:lnTo>
                    <a:pt x="6763766" y="2539"/>
                  </a:lnTo>
                  <a:lnTo>
                    <a:pt x="6763766" y="2080260"/>
                  </a:lnTo>
                  <a:lnTo>
                    <a:pt x="6763384" y="2080641"/>
                  </a:lnTo>
                  <a:lnTo>
                    <a:pt x="6765925" y="2080641"/>
                  </a:lnTo>
                  <a:lnTo>
                    <a:pt x="6765925" y="2159"/>
                  </a:lnTo>
                  <a:close/>
                </a:path>
                <a:path w="6765925" h="2082800">
                  <a:moveTo>
                    <a:pt x="6761733" y="4190"/>
                  </a:moveTo>
                  <a:lnTo>
                    <a:pt x="4229" y="4190"/>
                  </a:lnTo>
                  <a:lnTo>
                    <a:pt x="4229" y="2078608"/>
                  </a:lnTo>
                  <a:lnTo>
                    <a:pt x="6761733" y="2078608"/>
                  </a:lnTo>
                  <a:lnTo>
                    <a:pt x="6761733" y="2076450"/>
                  </a:lnTo>
                  <a:lnTo>
                    <a:pt x="6350" y="2076450"/>
                  </a:lnTo>
                  <a:lnTo>
                    <a:pt x="6350" y="6350"/>
                  </a:lnTo>
                  <a:lnTo>
                    <a:pt x="6761733" y="6350"/>
                  </a:lnTo>
                  <a:lnTo>
                    <a:pt x="6761733" y="4190"/>
                  </a:lnTo>
                  <a:close/>
                </a:path>
                <a:path w="6765925" h="2082800">
                  <a:moveTo>
                    <a:pt x="6761733" y="6350"/>
                  </a:moveTo>
                  <a:lnTo>
                    <a:pt x="6759575" y="6350"/>
                  </a:lnTo>
                  <a:lnTo>
                    <a:pt x="6759575" y="2076450"/>
                  </a:lnTo>
                  <a:lnTo>
                    <a:pt x="6761733" y="2076450"/>
                  </a:lnTo>
                  <a:lnTo>
                    <a:pt x="6761733" y="6350"/>
                  </a:lnTo>
                  <a:close/>
                </a:path>
              </a:pathLst>
            </a:custGeom>
            <a:solidFill>
              <a:srgbClr val="6B7C71"/>
            </a:solidFill>
          </p:spPr>
          <p:txBody>
            <a:bodyPr wrap="square" lIns="0" tIns="0" rIns="0" bIns="0" rtlCol="0"/>
            <a:lstStyle/>
            <a:p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49003" y="3581130"/>
            <a:ext cx="5067300" cy="616996"/>
          </a:xfrm>
          <a:prstGeom prst="rect">
            <a:avLst/>
          </a:prstGeom>
          <a:solidFill>
            <a:srgbClr val="92A199"/>
          </a:solidFill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>
              <a:tabLst>
                <a:tab pos="530543" algn="l"/>
                <a:tab pos="1401604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0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</a:t>
            </a:r>
            <a:r>
              <a:rPr lang="en-US" sz="20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Umar Aftab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9004" y="2501826"/>
            <a:ext cx="5067300" cy="76158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marR="3810" algn="ctr">
              <a:spcBef>
                <a:spcPts val="79"/>
              </a:spcBef>
            </a:pPr>
            <a:r>
              <a:rPr lang="en-US" sz="2400" b="1" dirty="0">
                <a:solidFill>
                  <a:srgbClr val="465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Security: Cryptography</a:t>
            </a:r>
          </a:p>
          <a:p>
            <a:pPr marL="9525" marR="3810" algn="ctr">
              <a:spcBef>
                <a:spcPts val="79"/>
              </a:spcBef>
            </a:pPr>
            <a:r>
              <a:rPr sz="2400" b="1" dirty="0">
                <a:solidFill>
                  <a:srgbClr val="465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rgbClr val="465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2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1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77000"/>
            <a:ext cx="3617103" cy="273844"/>
          </a:xfrm>
        </p:spPr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0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0410"/>
            <a:ext cx="53975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4000" b="1" spc="3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Ciphers</a:t>
            </a:r>
            <a:endParaRPr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273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9"/>
          <p:cNvPicPr/>
          <p:nvPr/>
        </p:nvPicPr>
        <p:blipFill rotWithShape="1">
          <a:blip r:embed="rId4" cstate="print"/>
          <a:srcRect t="25182"/>
          <a:stretch/>
        </p:blipFill>
        <p:spPr>
          <a:xfrm>
            <a:off x="861406" y="2525850"/>
            <a:ext cx="7600950" cy="2943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9" y="134857"/>
            <a:ext cx="7998461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3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SYMMETRIC</a:t>
            </a:r>
            <a:r>
              <a:rPr lang="en-GB" sz="4000" b="1" spc="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GB" sz="4000" b="1" spc="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 </a:t>
            </a:r>
            <a:r>
              <a:rPr lang="en-GB" sz="4000" b="1" spc="-4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273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967451" y="2792612"/>
            <a:ext cx="7388860" cy="2409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</a:t>
            </a:r>
            <a:r>
              <a:rPr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</a:t>
            </a:r>
            <a:r>
              <a:rPr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 </a:t>
            </a:r>
            <a:r>
              <a:rPr sz="2400" spc="-5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indent="-342900">
              <a:lnSpc>
                <a:spcPct val="100000"/>
              </a:lnSpc>
              <a:spcBef>
                <a:spcPts val="50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652780" algn="l"/>
                <a:tab pos="653415" algn="l"/>
              </a:tabLst>
            </a:pPr>
            <a:r>
              <a:rPr sz="2400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indent="-342900">
              <a:lnSpc>
                <a:spcPct val="100000"/>
              </a:lnSpc>
              <a:spcBef>
                <a:spcPts val="50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652780" algn="l"/>
                <a:tab pos="653415" algn="l"/>
              </a:tabLst>
            </a:pP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indent="-342900">
              <a:lnSpc>
                <a:spcPct val="100000"/>
              </a:lnSpc>
              <a:spcBef>
                <a:spcPts val="50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652780" algn="l"/>
                <a:tab pos="653415" algn="l"/>
              </a:tabLst>
            </a:pPr>
            <a:r>
              <a:rPr sz="2400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etc.,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599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28836"/>
            <a:ext cx="5712461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2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GB" sz="4000" b="1" spc="1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GB" sz="4000" b="1" spc="1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273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838199" y="1905381"/>
            <a:ext cx="7591945" cy="42447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394970" indent="-342900">
              <a:lnSpc>
                <a:spcPct val="100499"/>
              </a:lnSpc>
              <a:spcBef>
                <a:spcPts val="8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285750" algn="l"/>
              </a:tabLst>
            </a:pPr>
            <a:r>
              <a:rPr lang="en-GB"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0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GB" sz="2000" b="1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Standard </a:t>
            </a:r>
            <a:r>
              <a:rPr lang="en-GB" sz="20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(DES)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</a:t>
            </a:r>
            <a:r>
              <a:rPr lang="en-GB" sz="2000" spc="-5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285750" algn="l"/>
              </a:tabLst>
            </a:pP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2387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285750" algn="l"/>
              </a:tabLst>
            </a:pPr>
            <a:r>
              <a:rPr lang="en-GB" sz="20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adopted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1977</a:t>
            </a:r>
            <a:r>
              <a:rPr lang="en-GB" sz="20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Bureau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Standards(NBS),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</a:t>
            </a:r>
            <a:r>
              <a:rPr lang="en-GB"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Technology(NIST)</a:t>
            </a:r>
            <a:r>
              <a:rPr lang="en-GB"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285750" algn="l"/>
                <a:tab pos="2031364" algn="l"/>
              </a:tabLst>
            </a:pPr>
            <a:r>
              <a:rPr lang="en-GB" sz="20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unbroken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</a:t>
            </a:r>
            <a:r>
              <a:rPr lang="en-GB" sz="20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GB" sz="2000" spc="-5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aspects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 </a:t>
            </a:r>
            <a:r>
              <a:rPr lang="en-GB"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kept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</a:t>
            </a:r>
            <a:r>
              <a:rPr lang="en-GB" sz="20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</a:t>
            </a:r>
            <a:r>
              <a:rPr lang="en-GB" sz="20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Agency</a:t>
            </a: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(NSA);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lang="en-GB"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believed 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GB" sz="20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sz="2000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NSA </a:t>
            </a:r>
            <a:r>
              <a:rPr lang="en-GB"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</a:t>
            </a:r>
            <a:r>
              <a:rPr lang="en-GB" sz="20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0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trapdoor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en-GB" sz="20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GB" sz="20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GB" sz="20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knew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GB" sz="20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(that </a:t>
            </a:r>
            <a:r>
              <a:rPr lang="en-GB" sz="2000" spc="-5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GB"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en-GB"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DES)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588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28836"/>
            <a:ext cx="5712461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2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GB" sz="4000" b="1" spc="1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GB" sz="4000" b="1" spc="1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273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914400" y="2133600"/>
            <a:ext cx="4114801" cy="35060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7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Feistel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Rounds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  <a:p>
            <a:pPr marL="354965" indent="-342900">
              <a:lnSpc>
                <a:spcPct val="100000"/>
              </a:lnSpc>
              <a:spcBef>
                <a:spcPts val="60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596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57124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4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GB" sz="4000" b="1" spc="3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4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4000" b="1" spc="28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sz="4000" b="1" spc="1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4000" b="1" spc="2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4000" b="1" spc="1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4000" b="1" spc="3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4000" b="1" spc="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4000" b="1" spc="3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273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1232881" y="2133600"/>
            <a:ext cx="6858000" cy="20621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adopting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,intense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criticism.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lvl="1" indent="-342900">
              <a:lnSpc>
                <a:spcPct val="100000"/>
              </a:lnSpc>
              <a:spcBef>
                <a:spcPts val="50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653415" algn="l"/>
              </a:tabLst>
            </a:pP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</a:t>
            </a:r>
            <a:r>
              <a:rPr lang="en-GB"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Enormous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withstand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brute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lvl="1" indent="-342900">
              <a:lnSpc>
                <a:spcPct val="100000"/>
              </a:lnSpc>
              <a:spcBef>
                <a:spcPts val="50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653415" algn="l"/>
              </a:tabLst>
            </a:pPr>
            <a:r>
              <a:rPr lang="en-GB" sz="21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GB" sz="21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sz="21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</a:t>
            </a:r>
            <a:r>
              <a:rPr lang="en-GB" sz="21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GB" sz="21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S-boxes</a:t>
            </a:r>
            <a:r>
              <a:rPr lang="en-GB" sz="21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en-GB" sz="21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classified.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7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62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57124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2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WIDE</a:t>
            </a:r>
            <a:r>
              <a:rPr lang="en-GB" sz="4000" b="1" spc="2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273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1232881" y="2133600"/>
            <a:ext cx="6858000" cy="24724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7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flourish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1994,</a:t>
            </a: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reaffirm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1999,</a:t>
            </a: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</a:t>
            </a:r>
            <a:r>
              <a:rPr lang="en-GB" sz="2400" spc="-5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lnSpc>
                <a:spcPct val="100000"/>
              </a:lnSpc>
              <a:spcBef>
                <a:spcPts val="700"/>
              </a:spcBef>
              <a:buClr>
                <a:srgbClr val="FF0000"/>
              </a:buClr>
              <a:buSzPct val="100000"/>
              <a:tabLst>
                <a:tab pos="285750" algn="l"/>
              </a:tabLst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637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57124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2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Block Cipher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463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027" y="1912309"/>
            <a:ext cx="4181708" cy="418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64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12D5E-FFDC-4838-B98C-AFAF5A69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88183-028D-4492-89AC-EEF6F4FE3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F663E-AE65-49FE-96B8-E61B3E13B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9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3B8FBA-AF4E-49EE-8612-1549608B8D3F}"/>
              </a:ext>
            </a:extLst>
          </p:cNvPr>
          <p:cNvSpPr txBox="1"/>
          <p:nvPr/>
        </p:nvSpPr>
        <p:spPr>
          <a:xfrm>
            <a:off x="780357" y="2036242"/>
            <a:ext cx="75864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ENCRYPTION STANDARD (DES):</a:t>
            </a:r>
            <a:br>
              <a:rPr lang="en-US" b="1" dirty="0"/>
            </a:br>
            <a:r>
              <a:rPr lang="en-US" dirty="0">
                <a:sym typeface="Wingdings" panose="05000000000000000000" pitchFamily="2" charset="2"/>
              </a:rPr>
              <a:t> Symmetric Key-block cipher</a:t>
            </a:r>
          </a:p>
          <a:p>
            <a:r>
              <a:rPr lang="en-US" dirty="0">
                <a:sym typeface="Wingdings" panose="05000000000000000000" pitchFamily="2" charset="2"/>
              </a:rPr>
              <a:t> Published by (NIST) National Institute of Standards and Technology.</a:t>
            </a:r>
          </a:p>
          <a:p>
            <a:r>
              <a:rPr lang="en-US" dirty="0">
                <a:sym typeface="Wingdings" panose="05000000000000000000" pitchFamily="2" charset="2"/>
              </a:rPr>
              <a:t> DES is block cipher.</a:t>
            </a:r>
            <a:endParaRPr lang="en-PK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FC22FB-0459-403E-8217-6F1AE1317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586" y="3535452"/>
            <a:ext cx="2744698" cy="120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306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832C-CA60-4C38-8F3C-F0A5C2CC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 of DES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4195A01-F116-4F80-9CD1-618CB8587C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0009" y="1846263"/>
            <a:ext cx="5368431" cy="402272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ACB5A-03CC-4A98-83ED-82C2B7E0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4FD1F-D665-4522-A255-FFB419552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088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A22C-A690-4577-A4D4-803DDB244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General Structure of DES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6C17CB0-5D80-41ED-AB37-6C7F32B15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120" y="1846263"/>
            <a:ext cx="7072210" cy="402272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E28077-C3D4-42A0-A2A6-EBFC3794F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C713E-5125-4E11-A552-DDF8C150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8388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2DD6E-0AD3-487C-B9F3-B80FB7511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 step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CE227-331D-4DAE-B8FD-21A226A8D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8BEBC-6BBB-4FAC-B63A-48D22BB30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12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F28C50-3B56-47B1-B9E1-375FF968B4F2}"/>
              </a:ext>
            </a:extLst>
          </p:cNvPr>
          <p:cNvSpPr txBox="1"/>
          <p:nvPr/>
        </p:nvSpPr>
        <p:spPr>
          <a:xfrm>
            <a:off x="780357" y="2036242"/>
            <a:ext cx="7586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Initial Permutation (IP):</a:t>
            </a:r>
            <a:br>
              <a:rPr lang="en-US" b="1" dirty="0"/>
            </a:br>
            <a:r>
              <a:rPr lang="en-US" dirty="0"/>
              <a:t>Occurs only  once before the first round.</a:t>
            </a:r>
            <a:endParaRPr lang="en-PK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DC010-E4C7-49B5-B985-513B79E0DD3B}"/>
              </a:ext>
            </a:extLst>
          </p:cNvPr>
          <p:cNvSpPr txBox="1"/>
          <p:nvPr/>
        </p:nvSpPr>
        <p:spPr>
          <a:xfrm>
            <a:off x="773229" y="2682573"/>
            <a:ext cx="75864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Final Permutation (FP):</a:t>
            </a:r>
          </a:p>
          <a:p>
            <a:r>
              <a:rPr lang="en-US" dirty="0"/>
              <a:t>Both initial and final permutation are straight P-Boxes that are inverses of each other. They have no cryptographic significance in DES. (</a:t>
            </a:r>
            <a:r>
              <a:rPr lang="en-US" dirty="0">
                <a:solidFill>
                  <a:srgbClr val="FF0000"/>
                </a:solidFill>
              </a:rPr>
              <a:t>Predefined</a:t>
            </a:r>
            <a:r>
              <a:rPr lang="en-US" dirty="0"/>
              <a:t>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76011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485C5-4A2E-4C38-B428-7FE32A73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Permutation's concept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2DA29-0D46-45CB-99DB-4439EAD27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3D48F-92A1-403A-B0DA-BAC761C9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13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63D423-05DE-4061-9FE0-CE5BFB973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28" y="1981200"/>
            <a:ext cx="6310371" cy="385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185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81E8D-9155-40DB-AF21-74D9CCBD6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 Step-3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8FAF0-FA1F-4149-87A2-34434DB1E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ROUNDS:</a:t>
            </a:r>
            <a:br>
              <a:rPr lang="en-US" b="1" dirty="0"/>
            </a:br>
            <a:r>
              <a:rPr lang="en-US" dirty="0"/>
              <a:t>There are 16 rounds, and each round is based on Feistel Cipher structure.</a:t>
            </a:r>
          </a:p>
          <a:p>
            <a:r>
              <a:rPr lang="en-US" b="1" dirty="0"/>
              <a:t>DES Function:</a:t>
            </a:r>
            <a:br>
              <a:rPr lang="en-US" b="1" dirty="0"/>
            </a:br>
            <a:r>
              <a:rPr lang="en-US" dirty="0"/>
              <a:t>Applies 48 bit key to the rightmost 32-bit  to produce 32-bit o/p.</a:t>
            </a:r>
          </a:p>
          <a:p>
            <a:r>
              <a:rPr lang="en-US" dirty="0">
                <a:sym typeface="Wingdings" panose="05000000000000000000" pitchFamily="2" charset="2"/>
              </a:rPr>
              <a:t> Expansion P-Box</a:t>
            </a:r>
          </a:p>
          <a:p>
            <a:r>
              <a:rPr lang="en-US" dirty="0">
                <a:sym typeface="Wingdings" panose="05000000000000000000" pitchFamily="2" charset="2"/>
              </a:rPr>
              <a:t> Whitener</a:t>
            </a:r>
          </a:p>
          <a:p>
            <a:r>
              <a:rPr lang="en-US" dirty="0">
                <a:sym typeface="Wingdings" panose="05000000000000000000" pitchFamily="2" charset="2"/>
              </a:rPr>
              <a:t> Group of S-Boxes</a:t>
            </a:r>
          </a:p>
          <a:p>
            <a:r>
              <a:rPr lang="en-US" dirty="0">
                <a:sym typeface="Wingdings" panose="05000000000000000000" pitchFamily="2" charset="2"/>
              </a:rPr>
              <a:t> Straight P Box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A8A81-60FE-4DA1-9568-97B187A1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1CE4E-CB67-4F10-A774-0AFC7CEAA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234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B31E0D2-F924-4E26-A6A4-BBA92E8AF6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8574" y="1981200"/>
            <a:ext cx="7026851" cy="402272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4FE72-A17F-4659-8589-CDB2020AA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254BE-7152-42B7-9F58-BEC7DCAD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15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D12D206-4C50-4B48-98CC-FEBE71822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b="1" dirty="0"/>
              <a:t>DES Step-3</a:t>
            </a:r>
          </a:p>
        </p:txBody>
      </p:sp>
    </p:spTree>
    <p:extLst>
      <p:ext uri="{BB962C8B-B14F-4D97-AF65-F5344CB8AC3E}">
        <p14:creationId xmlns:p14="http://schemas.microsoft.com/office/powerpoint/2010/main" val="513938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DACEF-F336-47E4-823E-44A78B7E3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8881B-19AB-4479-B328-4258C7E0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16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73F77B-06CA-4018-8DEF-F192305F2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6400"/>
            <a:ext cx="8229600" cy="1400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27213F-631C-4382-894E-17F608E1C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3206080"/>
            <a:ext cx="6343650" cy="29718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0FB2D0B-BFAA-45F7-A355-5B0CB9A6B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61196"/>
          </a:xfrm>
        </p:spPr>
        <p:txBody>
          <a:bodyPr/>
          <a:lstStyle/>
          <a:p>
            <a:r>
              <a:rPr lang="en-US" b="1" dirty="0"/>
              <a:t>Expansion Box</a:t>
            </a:r>
          </a:p>
        </p:txBody>
      </p:sp>
    </p:spTree>
    <p:extLst>
      <p:ext uri="{BB962C8B-B14F-4D97-AF65-F5344CB8AC3E}">
        <p14:creationId xmlns:p14="http://schemas.microsoft.com/office/powerpoint/2010/main" val="4143056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DACEF-F336-47E4-823E-44A78B7E3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8881B-19AB-4479-B328-4258C7E0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17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FB2D0B-BFAA-45F7-A355-5B0CB9A6B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61196"/>
          </a:xfrm>
        </p:spPr>
        <p:txBody>
          <a:bodyPr/>
          <a:lstStyle/>
          <a:p>
            <a:r>
              <a:rPr lang="en-US" b="1" dirty="0"/>
              <a:t>S Box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7211AB-90A2-4BCA-9F6A-9EB81B46D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" y="1458913"/>
            <a:ext cx="8210550" cy="2247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43901F-7ACA-404B-8797-2D99BBA4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950" y="3962400"/>
            <a:ext cx="4610100" cy="286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560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DACEF-F336-47E4-823E-44A78B7E3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8881B-19AB-4479-B328-4258C7E0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18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FB2D0B-BFAA-45F7-A355-5B0CB9A6B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61196"/>
          </a:xfrm>
        </p:spPr>
        <p:txBody>
          <a:bodyPr/>
          <a:lstStyle/>
          <a:p>
            <a:r>
              <a:rPr lang="en-US" b="1" dirty="0"/>
              <a:t>S Box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7B4F24-19B3-4BAD-B672-BA386D530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45734"/>
            <a:ext cx="7543800" cy="4023360"/>
          </a:xfrm>
        </p:spPr>
        <p:txBody>
          <a:bodyPr/>
          <a:lstStyle/>
          <a:p>
            <a:r>
              <a:rPr lang="en-US" sz="1600" b="1" dirty="0"/>
              <a:t>Example: The input to S-box 1 is 100011. What is the output?</a:t>
            </a:r>
            <a:endParaRPr lang="en-US" sz="1600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FACC5C-28BB-4A52-B554-1FB27E974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4009602"/>
            <a:ext cx="808672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89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DACEF-F336-47E4-823E-44A78B7E3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8881B-19AB-4479-B328-4258C7E0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19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FB2D0B-BFAA-45F7-A355-5B0CB9A6B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61196"/>
          </a:xfrm>
        </p:spPr>
        <p:txBody>
          <a:bodyPr/>
          <a:lstStyle/>
          <a:p>
            <a:r>
              <a:rPr lang="en-US" b="1" dirty="0"/>
              <a:t>S Box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7B4F24-19B3-4BAD-B672-BA386D530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45734"/>
            <a:ext cx="7543800" cy="4023360"/>
          </a:xfrm>
        </p:spPr>
        <p:txBody>
          <a:bodyPr/>
          <a:lstStyle/>
          <a:p>
            <a:r>
              <a:rPr lang="en-US" sz="1600" b="1" dirty="0"/>
              <a:t>Example: The input to S-box 1 is 100011. What is the output?</a:t>
            </a:r>
            <a:endParaRPr lang="en-US" sz="1600" dirty="0">
              <a:sym typeface="Wingdings" panose="05000000000000000000" pitchFamily="2" charset="2"/>
            </a:endParaRPr>
          </a:p>
          <a:p>
            <a:r>
              <a:rPr lang="en-US" b="1" dirty="0">
                <a:sym typeface="Wingdings" panose="05000000000000000000" pitchFamily="2" charset="2"/>
              </a:rPr>
              <a:t>Output: </a:t>
            </a:r>
            <a:r>
              <a:rPr lang="en-US" dirty="0">
                <a:sym typeface="Wingdings" panose="05000000000000000000" pitchFamily="2" charset="2"/>
              </a:rPr>
              <a:t>If we write the first and the sixth bits together, we get 11 in binary, which is 3 in decimal. The</a:t>
            </a:r>
          </a:p>
          <a:p>
            <a:r>
              <a:rPr lang="en-US" dirty="0">
                <a:sym typeface="Wingdings" panose="05000000000000000000" pitchFamily="2" charset="2"/>
              </a:rPr>
              <a:t>remaining bits are 0001 in binary, which is 1 in decimal. We look for the value in row 3, column 1, in Table 6.3 (S-box 1). The result is 12 in decimal, which in binary is </a:t>
            </a:r>
            <a:r>
              <a:rPr lang="en-US" b="1" dirty="0">
                <a:sym typeface="Wingdings" panose="05000000000000000000" pitchFamily="2" charset="2"/>
              </a:rPr>
              <a:t>1100</a:t>
            </a:r>
            <a:r>
              <a:rPr lang="en-US" dirty="0">
                <a:sym typeface="Wingdings" panose="05000000000000000000" pitchFamily="2" charset="2"/>
              </a:rPr>
              <a:t>. So the input 100011</a:t>
            </a:r>
          </a:p>
          <a:p>
            <a:r>
              <a:rPr lang="en-US" dirty="0">
                <a:sym typeface="Wingdings" panose="05000000000000000000" pitchFamily="2" charset="2"/>
              </a:rPr>
              <a:t>yields the output 1100.</a:t>
            </a:r>
          </a:p>
          <a:p>
            <a:endParaRPr lang="en-US" dirty="0"/>
          </a:p>
          <a:p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FACC5C-28BB-4A52-B554-1FB27E974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4009602"/>
            <a:ext cx="808672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62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DACEF-F336-47E4-823E-44A78B7E3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8881B-19AB-4479-B328-4258C7E0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20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FB2D0B-BFAA-45F7-A355-5B0CB9A6B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61196"/>
          </a:xfrm>
        </p:spPr>
        <p:txBody>
          <a:bodyPr/>
          <a:lstStyle/>
          <a:p>
            <a:r>
              <a:rPr lang="en-US" b="1" dirty="0"/>
              <a:t>S Box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7B4F24-19B3-4BAD-B672-BA386D530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45734"/>
            <a:ext cx="7543800" cy="4023360"/>
          </a:xfrm>
        </p:spPr>
        <p:txBody>
          <a:bodyPr/>
          <a:lstStyle/>
          <a:p>
            <a:r>
              <a:rPr lang="en-US" sz="1600" b="1" dirty="0"/>
              <a:t>Example: The input to S-box 8 is 000000. What is the output?</a:t>
            </a:r>
          </a:p>
          <a:p>
            <a:r>
              <a:rPr lang="en-US" b="1" dirty="0">
                <a:sym typeface="Wingdings" panose="05000000000000000000" pitchFamily="2" charset="2"/>
              </a:rPr>
              <a:t>Output: ???</a:t>
            </a:r>
            <a:endParaRPr lang="en-US" dirty="0"/>
          </a:p>
          <a:p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64C6F-D69A-4656-8A94-F8852E828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" y="3581400"/>
            <a:ext cx="80772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3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DACEF-F336-47E4-823E-44A78B7E3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8881B-19AB-4479-B328-4258C7E0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21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FB2D0B-BFAA-45F7-A355-5B0CB9A6B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61196"/>
          </a:xfrm>
        </p:spPr>
        <p:txBody>
          <a:bodyPr/>
          <a:lstStyle/>
          <a:p>
            <a:r>
              <a:rPr lang="en-US" b="1" dirty="0"/>
              <a:t>S Box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7B4F24-19B3-4BAD-B672-BA386D530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45734"/>
            <a:ext cx="7543800" cy="4023360"/>
          </a:xfrm>
        </p:spPr>
        <p:txBody>
          <a:bodyPr/>
          <a:lstStyle/>
          <a:p>
            <a:r>
              <a:rPr lang="en-US" sz="1600" b="1" dirty="0"/>
              <a:t>Example: The input to S-box 8 is 000000. What is the output?</a:t>
            </a:r>
          </a:p>
          <a:p>
            <a:r>
              <a:rPr lang="en-US" b="1" dirty="0">
                <a:sym typeface="Wingdings" panose="05000000000000000000" pitchFamily="2" charset="2"/>
              </a:rPr>
              <a:t>Output</a:t>
            </a:r>
            <a:r>
              <a:rPr lang="en-US" dirty="0">
                <a:sym typeface="Wingdings" panose="05000000000000000000" pitchFamily="2" charset="2"/>
              </a:rPr>
              <a:t>: If we write the first and the sixth bits together, we get 00 in binary, which is 0 in decimal. The remaining bits are 0000 in binary, which is 0 in decimal. We look for the value in row 0, column 0, in Table 6.10 (S-box 8). The result is 13 in decimal, which is 1101 in binary. So the input 000000 yields the output 1101</a:t>
            </a:r>
            <a:r>
              <a:rPr lang="en-US" b="1" dirty="0">
                <a:sym typeface="Wingdings" panose="05000000000000000000" pitchFamily="2" charset="2"/>
              </a:rPr>
              <a:t>.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64C6F-D69A-4656-8A94-F8852E828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" y="3581400"/>
            <a:ext cx="80772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3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9659D-7CE2-430E-AE09-84AF2FC2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 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ADB7FE-C452-412F-9270-C2C91C3AB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F1220D-FD9E-4ED9-8057-D588F14E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22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C16612-F91F-4478-AE06-5C0E13C51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7696200" cy="431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90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A020F-C238-4841-B500-C7AD63FFE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 4-1: Straight Permutations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96EDD-3E25-46BE-BFCD-5D2B8A1D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D82C1-E03A-4DCE-8B5A-AEA27B958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23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501BE2-084F-44F2-9C7A-C0FFB9123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2438400"/>
            <a:ext cx="6667500" cy="2133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80DE82B-FD71-4A57-A56B-191FF5A79B69}"/>
              </a:ext>
            </a:extLst>
          </p:cNvPr>
          <p:cNvSpPr/>
          <p:nvPr/>
        </p:nvSpPr>
        <p:spPr>
          <a:xfrm>
            <a:off x="2819400" y="1981200"/>
            <a:ext cx="3352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32 bit output from S-Box as 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B83AA6-7BB5-4465-97CA-BF2A3178CA2D}"/>
              </a:ext>
            </a:extLst>
          </p:cNvPr>
          <p:cNvSpPr/>
          <p:nvPr/>
        </p:nvSpPr>
        <p:spPr>
          <a:xfrm>
            <a:off x="2784692" y="4859955"/>
            <a:ext cx="4073308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32 bit output from straight Permutations</a:t>
            </a:r>
          </a:p>
        </p:txBody>
      </p:sp>
    </p:spTree>
    <p:extLst>
      <p:ext uri="{BB962C8B-B14F-4D97-AF65-F5344CB8AC3E}">
        <p14:creationId xmlns:p14="http://schemas.microsoft.com/office/powerpoint/2010/main" val="2090580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51F20-8F2C-4BEF-93E8-E30C7D943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65435"/>
            <a:ext cx="2819400" cy="4023360"/>
          </a:xfrm>
        </p:spPr>
        <p:txBody>
          <a:bodyPr/>
          <a:lstStyle/>
          <a:p>
            <a:r>
              <a:rPr lang="en-US" b="1" dirty="0"/>
              <a:t>KEY GENERATION:</a:t>
            </a:r>
            <a:br>
              <a:rPr lang="en-US" b="1" dirty="0"/>
            </a:br>
            <a:r>
              <a:rPr lang="en-US" dirty="0"/>
              <a:t>Round key-generator create sixteen 48-bit keys out of a 56-bit cipher key. Actual key is of 64 bit from which 8 extra parity bits are dropped. </a:t>
            </a:r>
            <a:br>
              <a:rPr lang="en-US" b="1" dirty="0"/>
            </a:br>
            <a:endParaRPr lang="en-US" b="1" dirty="0"/>
          </a:p>
          <a:p>
            <a:r>
              <a:rPr lang="en-US" b="1" dirty="0"/>
              <a:t>Parity Drop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dirty="0">
                <a:sym typeface="Wingdings" panose="05000000000000000000" pitchFamily="2" charset="2"/>
              </a:rPr>
              <a:t>(8, 16, 24, 32, 40, 48,  56, 64)</a:t>
            </a:r>
          </a:p>
          <a:p>
            <a:endParaRPr lang="en-US" b="1" dirty="0">
              <a:sym typeface="Wingdings" panose="05000000000000000000" pitchFamily="2" charset="2"/>
            </a:endParaRPr>
          </a:p>
          <a:p>
            <a:r>
              <a:rPr lang="en-US" b="1" dirty="0">
                <a:sym typeface="Wingdings" panose="05000000000000000000" pitchFamily="2" charset="2"/>
              </a:rPr>
              <a:t>Shifting:</a:t>
            </a:r>
            <a:br>
              <a:rPr lang="en-US" b="1" dirty="0">
                <a:sym typeface="Wingdings" panose="05000000000000000000" pitchFamily="2" charset="2"/>
              </a:rPr>
            </a:br>
            <a:br>
              <a:rPr lang="en-US" b="1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1, 2, 9, 16   One bit</a:t>
            </a:r>
          </a:p>
          <a:p>
            <a:r>
              <a:rPr lang="en-US" dirty="0">
                <a:sym typeface="Wingdings" panose="05000000000000000000" pitchFamily="2" charset="2"/>
              </a:rPr>
              <a:t>Others   Two bits.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01DE1-EE5E-439E-A8C9-74C93B31B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E5A76-F847-48ED-91F9-2324EC7F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24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C1EE8B-1892-44E9-90FB-BFF84EB44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55431"/>
            <a:ext cx="5943600" cy="650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127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57124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2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Block Cipher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0" y="1860825"/>
            <a:ext cx="9143999" cy="4463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2"/>
          <p:cNvPicPr/>
          <p:nvPr/>
        </p:nvPicPr>
        <p:blipFill rotWithShape="1">
          <a:blip r:embed="rId4" cstate="print"/>
          <a:srcRect b="50857"/>
          <a:stretch/>
        </p:blipFill>
        <p:spPr>
          <a:xfrm>
            <a:off x="339864" y="1809723"/>
            <a:ext cx="8464270" cy="442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93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57124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2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Block Cipher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0" y="1860825"/>
            <a:ext cx="9143999" cy="44637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2"/>
          <p:cNvPicPr/>
          <p:nvPr/>
        </p:nvPicPr>
        <p:blipFill rotWithShape="1">
          <a:blip r:embed="rId5" cstate="print"/>
          <a:srcRect t="49143"/>
          <a:stretch/>
        </p:blipFill>
        <p:spPr>
          <a:xfrm>
            <a:off x="304800" y="1707953"/>
            <a:ext cx="8458200" cy="461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76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73" y="218793"/>
            <a:ext cx="57124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2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Block Cipher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0" y="847171"/>
            <a:ext cx="9143999" cy="54774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3400" y="914400"/>
            <a:ext cx="7006244" cy="4427846"/>
          </a:xfrm>
          <a:prstGeom prst="rect">
            <a:avLst/>
          </a:prstGeom>
        </p:spPr>
      </p:pic>
      <p:pic>
        <p:nvPicPr>
          <p:cNvPr id="13" name="object 4"/>
          <p:cNvPicPr/>
          <p:nvPr/>
        </p:nvPicPr>
        <p:blipFill rotWithShape="1">
          <a:blip r:embed="rId5" cstate="print"/>
          <a:srcRect l="5706" r="2984"/>
          <a:stretch/>
        </p:blipFill>
        <p:spPr>
          <a:xfrm>
            <a:off x="838201" y="5342246"/>
            <a:ext cx="2438400" cy="104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198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57124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2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Encryption (1/2)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273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838200" y="2133600"/>
            <a:ext cx="7591945" cy="40267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342900">
              <a:lnSpc>
                <a:spcPct val="100000"/>
              </a:lnSpc>
              <a:spcBef>
                <a:spcPts val="7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399415" algn="l"/>
                <a:tab pos="400050" algn="l"/>
              </a:tabLst>
            </a:pP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399415" algn="l"/>
                <a:tab pos="400050" algn="l"/>
              </a:tabLst>
            </a:pP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length*.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marR="447040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399415" algn="l"/>
                <a:tab pos="400050" algn="l"/>
              </a:tabLst>
            </a:pP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figure,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proceeds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GB" sz="2400" spc="-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marR="185420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399415" algn="l"/>
                <a:tab pos="400050" algn="l"/>
              </a:tabLst>
            </a:pP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64-bit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permutation(IP)</a:t>
            </a:r>
            <a:r>
              <a:rPr lang="en-GB"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GB" sz="2400" spc="-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rearrange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permuted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lnSpc>
                <a:spcPct val="100000"/>
              </a:lnSpc>
              <a:spcBef>
                <a:spcPts val="700"/>
              </a:spcBef>
              <a:buClr>
                <a:srgbClr val="FF0000"/>
              </a:buClr>
              <a:buSzPct val="100000"/>
              <a:tabLst>
                <a:tab pos="285750" algn="l"/>
              </a:tabLst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1081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57124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2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Encryption (2/2)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273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838200" y="2133600"/>
            <a:ext cx="7591945" cy="36574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399415" algn="l"/>
                <a:tab pos="400050" algn="l"/>
              </a:tabLst>
            </a:pP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rounds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marR="18224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399415" algn="l"/>
                <a:tab pos="400050" algn="l"/>
              </a:tabLst>
            </a:pP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last(16th)round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64-bits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GB" sz="2400" spc="-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marR="840740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399415" algn="l"/>
                <a:tab pos="400050" algn="l"/>
              </a:tabLst>
            </a:pP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halves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swapped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spc="-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preoutput.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399415" algn="l"/>
                <a:tab pos="400050" algn="l"/>
              </a:tabLst>
            </a:pP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preoutput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passed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(IP</a:t>
            </a:r>
            <a:r>
              <a:rPr lang="en-GB" sz="2400" spc="67" baseline="26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GB" sz="2400" spc="315" baseline="26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64-bit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lnSpc>
                <a:spcPct val="100000"/>
              </a:lnSpc>
              <a:spcBef>
                <a:spcPts val="700"/>
              </a:spcBef>
              <a:buClr>
                <a:srgbClr val="FF0000"/>
              </a:buClr>
              <a:buSzPct val="100000"/>
              <a:tabLst>
                <a:tab pos="285750" algn="l"/>
              </a:tabLst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920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57124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2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Encryption (Key)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273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838200" y="2133600"/>
            <a:ext cx="7591945" cy="39497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215265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98450" algn="l"/>
              </a:tabLst>
            </a:pP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right-hand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portion,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56-bit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GB" sz="2400" spc="-5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marR="1695450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98450" algn="l"/>
              </a:tabLst>
            </a:pP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passed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400" spc="-5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marR="17780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98450" algn="l"/>
              </a:tabLst>
            </a:pP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rounds, </a:t>
            </a: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subkey </a:t>
            </a:r>
            <a:r>
              <a:rPr lang="en-GB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 </a:t>
            </a:r>
            <a:r>
              <a:rPr lang="en-GB" sz="2400" spc="-44" baseline="-208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produced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permutation.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GB"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round,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GB" sz="2400" spc="-5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subkey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produced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shifts </a:t>
            </a:r>
            <a:r>
              <a:rPr lang="en-GB" sz="2400" spc="-5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lnSpc>
                <a:spcPct val="100000"/>
              </a:lnSpc>
              <a:spcBef>
                <a:spcPts val="700"/>
              </a:spcBef>
              <a:buClr>
                <a:srgbClr val="FF0000"/>
              </a:buClr>
              <a:buSzPct val="100000"/>
              <a:tabLst>
                <a:tab pos="285750" algn="l"/>
              </a:tabLst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522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28836"/>
            <a:ext cx="7172267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000" b="1" spc="2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en-GB" sz="4000" b="1" spc="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2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PERMUTATION:</a:t>
            </a:r>
            <a:r>
              <a:rPr lang="en-GB" sz="4000" b="1" spc="1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2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IP(FROM</a:t>
            </a:r>
            <a:r>
              <a:rPr lang="en-GB" sz="4000" b="1" spc="28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2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GB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2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TABLES)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273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838200" y="1968229"/>
            <a:ext cx="7696200" cy="4256293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4965" marR="5080" indent="-342900">
              <a:lnSpc>
                <a:spcPct val="80000"/>
              </a:lnSpc>
              <a:spcBef>
                <a:spcPts val="55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64-bit</a:t>
            </a:r>
            <a:r>
              <a:rPr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(message)</a:t>
            </a:r>
            <a:r>
              <a:rPr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permutated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rearranged)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</a:t>
            </a: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</a:t>
            </a: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lnSpc>
                <a:spcPct val="100000"/>
              </a:lnSpc>
              <a:buClr>
                <a:srgbClr val="FF0000"/>
              </a:buClr>
              <a:buSzPct val="100000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lnSpc>
                <a:spcPct val="100000"/>
              </a:lnSpc>
              <a:buClr>
                <a:srgbClr val="FF0000"/>
              </a:buClr>
              <a:buSzPct val="100000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35th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41st</a:t>
            </a:r>
            <a:r>
              <a:rPr lang="en-GB"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GB"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000" spc="-4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lnSpc>
                <a:spcPct val="100000"/>
              </a:lnSpc>
              <a:buClr>
                <a:srgbClr val="FD8537"/>
              </a:buClr>
              <a:buSzPct val="68421"/>
              <a:tabLst>
                <a:tab pos="285750" algn="l"/>
              </a:tabLst>
            </a:pPr>
            <a:endParaRPr sz="2000" dirty="0">
              <a:latin typeface="Cambria"/>
              <a:cs typeface="Cambri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900609"/>
            <a:ext cx="4594200" cy="230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3745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717226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000" b="1" spc="2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GB" sz="4000" b="1" spc="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2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PERMUTATION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273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838200" y="1968229"/>
            <a:ext cx="7696200" cy="45640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4965" marR="5080" indent="-342900">
              <a:lnSpc>
                <a:spcPct val="80000"/>
              </a:lnSpc>
              <a:spcBef>
                <a:spcPts val="55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64-bit</a:t>
            </a: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en-GB"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rounds</a:t>
            </a: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permutated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rearranged)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</a:t>
            </a:r>
            <a:r>
              <a:rPr lang="en-GB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</a:t>
            </a: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lnSpc>
                <a:spcPct val="100000"/>
              </a:lnSpc>
              <a:buClr>
                <a:srgbClr val="FF0000"/>
              </a:buClr>
              <a:buSzPct val="100000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US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GB" sz="20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41st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en-GB"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35th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GB"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000" spc="-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lnSpc>
                <a:spcPct val="100000"/>
              </a:lnSpc>
              <a:buClr>
                <a:srgbClr val="FD8537"/>
              </a:buClr>
              <a:buSzPct val="68421"/>
              <a:tabLst>
                <a:tab pos="285750" algn="l"/>
              </a:tabLst>
            </a:pPr>
            <a:endParaRPr lang="en-GB" sz="2000" dirty="0">
              <a:latin typeface="Cambria"/>
              <a:cs typeface="Cambria"/>
            </a:endParaRPr>
          </a:p>
          <a:p>
            <a:pPr marL="12065">
              <a:lnSpc>
                <a:spcPct val="100000"/>
              </a:lnSpc>
              <a:buClr>
                <a:srgbClr val="FD8537"/>
              </a:buClr>
              <a:buSzPct val="68421"/>
              <a:tabLst>
                <a:tab pos="285750" algn="l"/>
              </a:tabLst>
            </a:pPr>
            <a:endParaRPr sz="2000" dirty="0">
              <a:latin typeface="Cambria"/>
              <a:cs typeface="Cambria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133" y="2886754"/>
            <a:ext cx="4724400" cy="231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668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717226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000" b="1" spc="3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en-GB" sz="4000" b="1" spc="1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</a:t>
            </a:r>
            <a:r>
              <a:rPr lang="en-GB" sz="4000" b="1" spc="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339941" y="1806712"/>
            <a:ext cx="8466495" cy="43814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41" y="1942353"/>
            <a:ext cx="7617097" cy="411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862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6096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3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4000" b="1" spc="2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en-GB" sz="4000" b="1" spc="2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3806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838200" y="1905000"/>
            <a:ext cx="7591945" cy="401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324485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98450" algn="l"/>
              </a:tabLst>
            </a:pP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GB"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diagram,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halves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64-bit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treated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32-bit </a:t>
            </a:r>
            <a:r>
              <a:rPr lang="en-GB" sz="2400" spc="-5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quantities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labelled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L(left)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R(right).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98450" algn="l"/>
              </a:tabLst>
            </a:pP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z="2400" spc="307" baseline="-208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400" spc="120" baseline="-208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bit.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marR="17780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98450" algn="l"/>
              </a:tabLst>
            </a:pP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duplication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42900">
              <a:lnSpc>
                <a:spcPct val="100000"/>
              </a:lnSpc>
              <a:spcBef>
                <a:spcPts val="60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98450" algn="l"/>
              </a:tabLst>
            </a:pP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XORed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z="2400" spc="202" baseline="-208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marR="882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98450" algn="l"/>
                <a:tab pos="6915150" algn="l"/>
              </a:tabLst>
            </a:pP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48-bit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</a:t>
            </a:r>
            <a:r>
              <a:rPr lang="en-GB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uces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 </a:t>
            </a:r>
            <a:r>
              <a:rPr lang="en-GB" sz="24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permuted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87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28836"/>
            <a:ext cx="7856896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000" b="1" spc="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EXPANSION</a:t>
            </a:r>
            <a:r>
              <a:rPr lang="en-GB" sz="4000" b="1" spc="2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2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PERMUTATION:</a:t>
            </a:r>
            <a:r>
              <a:rPr lang="en-GB" sz="4000" b="1" spc="1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2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E(FROM</a:t>
            </a:r>
            <a:r>
              <a:rPr lang="en-GB" sz="4000" b="1" spc="2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2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GB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1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TABLE)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749203"/>
            <a:ext cx="8066428" cy="45800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838200" y="1849580"/>
            <a:ext cx="7591945" cy="44242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</a:t>
            </a:r>
            <a:r>
              <a:rPr lang="en-GB" sz="2000" b="1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32-bit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ts val="162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expands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32-bit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48-bit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duplicating</a:t>
            </a: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positions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</a:t>
            </a: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endParaRPr lang="en-US" sz="2000" spc="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endParaRPr lang="en-US" sz="2000" spc="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endParaRPr lang="en-US" sz="2000" spc="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endParaRPr lang="en-US" sz="2000" spc="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endParaRPr lang="en-US" sz="2000" spc="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endParaRPr lang="en-US" sz="2000" spc="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endParaRPr lang="en-US" sz="2000" spc="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endParaRPr lang="en-GB" sz="2000" spc="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46th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(counting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left,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GB" sz="2000" spc="-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31st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730" y="3221180"/>
            <a:ext cx="3892470" cy="227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003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199" y="1005944"/>
            <a:ext cx="76200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b="1" spc="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EXPANSION</a:t>
            </a:r>
            <a:r>
              <a:rPr lang="en-GB" b="1" spc="2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spc="2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PERMUTATION :E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3806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object 10"/>
          <p:cNvGrpSpPr/>
          <p:nvPr/>
        </p:nvGrpSpPr>
        <p:grpSpPr>
          <a:xfrm>
            <a:off x="847725" y="3213214"/>
            <a:ext cx="7610475" cy="1358786"/>
            <a:chOff x="395287" y="2708275"/>
            <a:chExt cx="8425244" cy="1512824"/>
          </a:xfrm>
        </p:grpSpPr>
        <p:sp>
          <p:nvSpPr>
            <p:cNvPr id="10" name="object 11"/>
            <p:cNvSpPr/>
            <p:nvPr/>
          </p:nvSpPr>
          <p:spPr>
            <a:xfrm>
              <a:off x="395287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2"/>
            <p:cNvSpPr/>
            <p:nvPr/>
          </p:nvSpPr>
          <p:spPr>
            <a:xfrm>
              <a:off x="395287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3"/>
            <p:cNvSpPr/>
            <p:nvPr/>
          </p:nvSpPr>
          <p:spPr>
            <a:xfrm>
              <a:off x="570699" y="4005199"/>
              <a:ext cx="703580" cy="215900"/>
            </a:xfrm>
            <a:custGeom>
              <a:avLst/>
              <a:gdLst/>
              <a:ahLst/>
              <a:cxnLst/>
              <a:rect l="l" t="t" r="r" b="b"/>
              <a:pathLst>
                <a:path w="703580" h="215900">
                  <a:moveTo>
                    <a:pt x="0" y="0"/>
                  </a:moveTo>
                  <a:lnTo>
                    <a:pt x="0" y="215900"/>
                  </a:lnTo>
                </a:path>
                <a:path w="703580" h="215900">
                  <a:moveTo>
                    <a:pt x="175412" y="0"/>
                  </a:moveTo>
                  <a:lnTo>
                    <a:pt x="175412" y="215900"/>
                  </a:lnTo>
                </a:path>
                <a:path w="703580" h="215900">
                  <a:moveTo>
                    <a:pt x="352107" y="0"/>
                  </a:moveTo>
                  <a:lnTo>
                    <a:pt x="352107" y="215900"/>
                  </a:lnTo>
                </a:path>
                <a:path w="703580" h="215900">
                  <a:moveTo>
                    <a:pt x="526224" y="0"/>
                  </a:moveTo>
                  <a:lnTo>
                    <a:pt x="526237" y="215900"/>
                  </a:lnTo>
                </a:path>
                <a:path w="703580" h="215900">
                  <a:moveTo>
                    <a:pt x="702983" y="0"/>
                  </a:moveTo>
                  <a:lnTo>
                    <a:pt x="702983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4"/>
            <p:cNvSpPr/>
            <p:nvPr/>
          </p:nvSpPr>
          <p:spPr>
            <a:xfrm>
              <a:off x="1449069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5"/>
            <p:cNvSpPr/>
            <p:nvPr/>
          </p:nvSpPr>
          <p:spPr>
            <a:xfrm>
              <a:off x="1449069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6"/>
            <p:cNvSpPr/>
            <p:nvPr/>
          </p:nvSpPr>
          <p:spPr>
            <a:xfrm>
              <a:off x="1624457" y="4005199"/>
              <a:ext cx="702945" cy="215900"/>
            </a:xfrm>
            <a:custGeom>
              <a:avLst/>
              <a:gdLst/>
              <a:ahLst/>
              <a:cxnLst/>
              <a:rect l="l" t="t" r="r" b="b"/>
              <a:pathLst>
                <a:path w="702944" h="215900">
                  <a:moveTo>
                    <a:pt x="0" y="0"/>
                  </a:moveTo>
                  <a:lnTo>
                    <a:pt x="0" y="215900"/>
                  </a:lnTo>
                </a:path>
                <a:path w="702944" h="215900">
                  <a:moveTo>
                    <a:pt x="175387" y="0"/>
                  </a:moveTo>
                  <a:lnTo>
                    <a:pt x="175387" y="215900"/>
                  </a:lnTo>
                </a:path>
                <a:path w="702944" h="215900">
                  <a:moveTo>
                    <a:pt x="352044" y="0"/>
                  </a:moveTo>
                  <a:lnTo>
                    <a:pt x="352044" y="215900"/>
                  </a:lnTo>
                </a:path>
                <a:path w="702944" h="215900">
                  <a:moveTo>
                    <a:pt x="526288" y="0"/>
                  </a:moveTo>
                  <a:lnTo>
                    <a:pt x="526288" y="215900"/>
                  </a:lnTo>
                </a:path>
                <a:path w="702944" h="215900">
                  <a:moveTo>
                    <a:pt x="702944" y="0"/>
                  </a:moveTo>
                  <a:lnTo>
                    <a:pt x="702944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7"/>
            <p:cNvSpPr/>
            <p:nvPr/>
          </p:nvSpPr>
          <p:spPr>
            <a:xfrm>
              <a:off x="2501519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8"/>
            <p:cNvSpPr/>
            <p:nvPr/>
          </p:nvSpPr>
          <p:spPr>
            <a:xfrm>
              <a:off x="2501519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bject 19"/>
            <p:cNvSpPr/>
            <p:nvPr/>
          </p:nvSpPr>
          <p:spPr>
            <a:xfrm>
              <a:off x="2676905" y="4005199"/>
              <a:ext cx="702945" cy="215900"/>
            </a:xfrm>
            <a:custGeom>
              <a:avLst/>
              <a:gdLst/>
              <a:ahLst/>
              <a:cxnLst/>
              <a:rect l="l" t="t" r="r" b="b"/>
              <a:pathLst>
                <a:path w="702945" h="215900">
                  <a:moveTo>
                    <a:pt x="0" y="0"/>
                  </a:moveTo>
                  <a:lnTo>
                    <a:pt x="0" y="215900"/>
                  </a:lnTo>
                </a:path>
                <a:path w="702945" h="215900">
                  <a:moveTo>
                    <a:pt x="175387" y="0"/>
                  </a:moveTo>
                  <a:lnTo>
                    <a:pt x="175387" y="215900"/>
                  </a:lnTo>
                </a:path>
                <a:path w="702945" h="215900">
                  <a:moveTo>
                    <a:pt x="352170" y="0"/>
                  </a:moveTo>
                  <a:lnTo>
                    <a:pt x="352170" y="215900"/>
                  </a:lnTo>
                </a:path>
                <a:path w="702945" h="215900">
                  <a:moveTo>
                    <a:pt x="526288" y="0"/>
                  </a:moveTo>
                  <a:lnTo>
                    <a:pt x="526288" y="215900"/>
                  </a:lnTo>
                </a:path>
                <a:path w="702945" h="215900">
                  <a:moveTo>
                    <a:pt x="702944" y="0"/>
                  </a:moveTo>
                  <a:lnTo>
                    <a:pt x="702944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20"/>
            <p:cNvSpPr/>
            <p:nvPr/>
          </p:nvSpPr>
          <p:spPr>
            <a:xfrm>
              <a:off x="3555238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1"/>
            <p:cNvSpPr/>
            <p:nvPr/>
          </p:nvSpPr>
          <p:spPr>
            <a:xfrm>
              <a:off x="3555238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22"/>
            <p:cNvSpPr/>
            <p:nvPr/>
          </p:nvSpPr>
          <p:spPr>
            <a:xfrm>
              <a:off x="3730625" y="4005199"/>
              <a:ext cx="702945" cy="215900"/>
            </a:xfrm>
            <a:custGeom>
              <a:avLst/>
              <a:gdLst/>
              <a:ahLst/>
              <a:cxnLst/>
              <a:rect l="l" t="t" r="r" b="b"/>
              <a:pathLst>
                <a:path w="702945" h="215900">
                  <a:moveTo>
                    <a:pt x="0" y="0"/>
                  </a:moveTo>
                  <a:lnTo>
                    <a:pt x="0" y="215900"/>
                  </a:lnTo>
                </a:path>
                <a:path w="702945" h="215900">
                  <a:moveTo>
                    <a:pt x="175513" y="0"/>
                  </a:moveTo>
                  <a:lnTo>
                    <a:pt x="175513" y="215900"/>
                  </a:lnTo>
                </a:path>
                <a:path w="702945" h="215900">
                  <a:moveTo>
                    <a:pt x="352171" y="0"/>
                  </a:moveTo>
                  <a:lnTo>
                    <a:pt x="352171" y="215900"/>
                  </a:lnTo>
                </a:path>
                <a:path w="702945" h="215900">
                  <a:moveTo>
                    <a:pt x="526288" y="0"/>
                  </a:moveTo>
                  <a:lnTo>
                    <a:pt x="526288" y="215900"/>
                  </a:lnTo>
                </a:path>
                <a:path w="702945" h="215900">
                  <a:moveTo>
                    <a:pt x="702945" y="0"/>
                  </a:moveTo>
                  <a:lnTo>
                    <a:pt x="702945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3"/>
            <p:cNvSpPr/>
            <p:nvPr/>
          </p:nvSpPr>
          <p:spPr>
            <a:xfrm>
              <a:off x="4607686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bject 24"/>
            <p:cNvSpPr/>
            <p:nvPr/>
          </p:nvSpPr>
          <p:spPr>
            <a:xfrm>
              <a:off x="4607686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object 25"/>
            <p:cNvSpPr/>
            <p:nvPr/>
          </p:nvSpPr>
          <p:spPr>
            <a:xfrm>
              <a:off x="4783073" y="4005199"/>
              <a:ext cx="702945" cy="215900"/>
            </a:xfrm>
            <a:custGeom>
              <a:avLst/>
              <a:gdLst/>
              <a:ahLst/>
              <a:cxnLst/>
              <a:rect l="l" t="t" r="r" b="b"/>
              <a:pathLst>
                <a:path w="702945" h="215900">
                  <a:moveTo>
                    <a:pt x="0" y="0"/>
                  </a:moveTo>
                  <a:lnTo>
                    <a:pt x="0" y="215900"/>
                  </a:lnTo>
                </a:path>
                <a:path w="702945" h="215900">
                  <a:moveTo>
                    <a:pt x="175513" y="0"/>
                  </a:moveTo>
                  <a:lnTo>
                    <a:pt x="175513" y="215900"/>
                  </a:lnTo>
                </a:path>
                <a:path w="702945" h="215900">
                  <a:moveTo>
                    <a:pt x="352171" y="0"/>
                  </a:moveTo>
                  <a:lnTo>
                    <a:pt x="352171" y="215900"/>
                  </a:lnTo>
                </a:path>
                <a:path w="702945" h="215900">
                  <a:moveTo>
                    <a:pt x="526288" y="0"/>
                  </a:moveTo>
                  <a:lnTo>
                    <a:pt x="526288" y="215900"/>
                  </a:lnTo>
                </a:path>
                <a:path w="702945" h="215900">
                  <a:moveTo>
                    <a:pt x="702945" y="0"/>
                  </a:moveTo>
                  <a:lnTo>
                    <a:pt x="702945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object 26"/>
            <p:cNvSpPr/>
            <p:nvPr/>
          </p:nvSpPr>
          <p:spPr>
            <a:xfrm>
              <a:off x="5661533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object 27"/>
            <p:cNvSpPr/>
            <p:nvPr/>
          </p:nvSpPr>
          <p:spPr>
            <a:xfrm>
              <a:off x="5661533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object 28"/>
            <p:cNvSpPr/>
            <p:nvPr/>
          </p:nvSpPr>
          <p:spPr>
            <a:xfrm>
              <a:off x="5836920" y="4005199"/>
              <a:ext cx="702945" cy="215900"/>
            </a:xfrm>
            <a:custGeom>
              <a:avLst/>
              <a:gdLst/>
              <a:ahLst/>
              <a:cxnLst/>
              <a:rect l="l" t="t" r="r" b="b"/>
              <a:pathLst>
                <a:path w="702945" h="215900">
                  <a:moveTo>
                    <a:pt x="0" y="0"/>
                  </a:moveTo>
                  <a:lnTo>
                    <a:pt x="0" y="215900"/>
                  </a:lnTo>
                </a:path>
                <a:path w="702945" h="215900">
                  <a:moveTo>
                    <a:pt x="175387" y="0"/>
                  </a:moveTo>
                  <a:lnTo>
                    <a:pt x="175387" y="215900"/>
                  </a:lnTo>
                </a:path>
                <a:path w="702945" h="215900">
                  <a:moveTo>
                    <a:pt x="352043" y="0"/>
                  </a:moveTo>
                  <a:lnTo>
                    <a:pt x="352043" y="215900"/>
                  </a:lnTo>
                </a:path>
                <a:path w="702945" h="215900">
                  <a:moveTo>
                    <a:pt x="526160" y="0"/>
                  </a:moveTo>
                  <a:lnTo>
                    <a:pt x="526160" y="215900"/>
                  </a:lnTo>
                </a:path>
                <a:path w="702945" h="215900">
                  <a:moveTo>
                    <a:pt x="702945" y="0"/>
                  </a:moveTo>
                  <a:lnTo>
                    <a:pt x="702945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object 29"/>
            <p:cNvSpPr/>
            <p:nvPr/>
          </p:nvSpPr>
          <p:spPr>
            <a:xfrm>
              <a:off x="6713982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object 30"/>
            <p:cNvSpPr/>
            <p:nvPr/>
          </p:nvSpPr>
          <p:spPr>
            <a:xfrm>
              <a:off x="6713982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bject 31"/>
            <p:cNvSpPr/>
            <p:nvPr/>
          </p:nvSpPr>
          <p:spPr>
            <a:xfrm>
              <a:off x="6889369" y="4005199"/>
              <a:ext cx="702945" cy="215900"/>
            </a:xfrm>
            <a:custGeom>
              <a:avLst/>
              <a:gdLst/>
              <a:ahLst/>
              <a:cxnLst/>
              <a:rect l="l" t="t" r="r" b="b"/>
              <a:pathLst>
                <a:path w="702945" h="215900">
                  <a:moveTo>
                    <a:pt x="0" y="0"/>
                  </a:moveTo>
                  <a:lnTo>
                    <a:pt x="0" y="215900"/>
                  </a:lnTo>
                </a:path>
                <a:path w="702945" h="215900">
                  <a:moveTo>
                    <a:pt x="175386" y="0"/>
                  </a:moveTo>
                  <a:lnTo>
                    <a:pt x="175386" y="215900"/>
                  </a:lnTo>
                </a:path>
                <a:path w="702945" h="215900">
                  <a:moveTo>
                    <a:pt x="352044" y="0"/>
                  </a:moveTo>
                  <a:lnTo>
                    <a:pt x="352044" y="215900"/>
                  </a:lnTo>
                </a:path>
                <a:path w="702945" h="215900">
                  <a:moveTo>
                    <a:pt x="526160" y="0"/>
                  </a:moveTo>
                  <a:lnTo>
                    <a:pt x="526160" y="215900"/>
                  </a:lnTo>
                </a:path>
                <a:path w="702945" h="215900">
                  <a:moveTo>
                    <a:pt x="702945" y="0"/>
                  </a:moveTo>
                  <a:lnTo>
                    <a:pt x="702945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bject 32"/>
            <p:cNvSpPr/>
            <p:nvPr/>
          </p:nvSpPr>
          <p:spPr>
            <a:xfrm>
              <a:off x="7766431" y="4005197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bject 33"/>
            <p:cNvSpPr/>
            <p:nvPr/>
          </p:nvSpPr>
          <p:spPr>
            <a:xfrm>
              <a:off x="7766431" y="4005199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object 34"/>
            <p:cNvSpPr/>
            <p:nvPr/>
          </p:nvSpPr>
          <p:spPr>
            <a:xfrm>
              <a:off x="7941818" y="4005199"/>
              <a:ext cx="702945" cy="215900"/>
            </a:xfrm>
            <a:custGeom>
              <a:avLst/>
              <a:gdLst/>
              <a:ahLst/>
              <a:cxnLst/>
              <a:rect l="l" t="t" r="r" b="b"/>
              <a:pathLst>
                <a:path w="702945" h="215900">
                  <a:moveTo>
                    <a:pt x="0" y="0"/>
                  </a:moveTo>
                  <a:lnTo>
                    <a:pt x="0" y="215900"/>
                  </a:lnTo>
                </a:path>
                <a:path w="702945" h="215900">
                  <a:moveTo>
                    <a:pt x="175386" y="0"/>
                  </a:moveTo>
                  <a:lnTo>
                    <a:pt x="175386" y="215900"/>
                  </a:lnTo>
                </a:path>
                <a:path w="702945" h="215900">
                  <a:moveTo>
                    <a:pt x="352043" y="0"/>
                  </a:moveTo>
                  <a:lnTo>
                    <a:pt x="352043" y="215900"/>
                  </a:lnTo>
                </a:path>
                <a:path w="702945" h="215900">
                  <a:moveTo>
                    <a:pt x="526160" y="0"/>
                  </a:moveTo>
                  <a:lnTo>
                    <a:pt x="526160" y="215900"/>
                  </a:lnTo>
                </a:path>
                <a:path w="702945" h="215900">
                  <a:moveTo>
                    <a:pt x="702945" y="0"/>
                  </a:moveTo>
                  <a:lnTo>
                    <a:pt x="702945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object 35"/>
            <p:cNvSpPr/>
            <p:nvPr/>
          </p:nvSpPr>
          <p:spPr>
            <a:xfrm>
              <a:off x="539750" y="2708275"/>
              <a:ext cx="720725" cy="215900"/>
            </a:xfrm>
            <a:custGeom>
              <a:avLst/>
              <a:gdLst/>
              <a:ahLst/>
              <a:cxnLst/>
              <a:rect l="l" t="t" r="r" b="b"/>
              <a:pathLst>
                <a:path w="720725" h="215900">
                  <a:moveTo>
                    <a:pt x="720725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720725" y="215900"/>
                  </a:lnTo>
                  <a:lnTo>
                    <a:pt x="720725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object 36"/>
            <p:cNvSpPr/>
            <p:nvPr/>
          </p:nvSpPr>
          <p:spPr>
            <a:xfrm>
              <a:off x="539750" y="2708275"/>
              <a:ext cx="720725" cy="215900"/>
            </a:xfrm>
            <a:custGeom>
              <a:avLst/>
              <a:gdLst/>
              <a:ahLst/>
              <a:cxnLst/>
              <a:rect l="l" t="t" r="r" b="b"/>
              <a:pathLst>
                <a:path w="720725" h="215900">
                  <a:moveTo>
                    <a:pt x="0" y="215900"/>
                  </a:moveTo>
                  <a:lnTo>
                    <a:pt x="720725" y="215900"/>
                  </a:lnTo>
                  <a:lnTo>
                    <a:pt x="720725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object 37"/>
            <p:cNvSpPr/>
            <p:nvPr/>
          </p:nvSpPr>
          <p:spPr>
            <a:xfrm>
              <a:off x="611187" y="2708275"/>
              <a:ext cx="576580" cy="1297305"/>
            </a:xfrm>
            <a:custGeom>
              <a:avLst/>
              <a:gdLst/>
              <a:ahLst/>
              <a:cxnLst/>
              <a:rect l="l" t="t" r="r" b="b"/>
              <a:pathLst>
                <a:path w="576580" h="1297304">
                  <a:moveTo>
                    <a:pt x="104775" y="0"/>
                  </a:moveTo>
                  <a:lnTo>
                    <a:pt x="104775" y="215900"/>
                  </a:lnTo>
                </a:path>
                <a:path w="576580" h="1297304">
                  <a:moveTo>
                    <a:pt x="279400" y="0"/>
                  </a:moveTo>
                  <a:lnTo>
                    <a:pt x="279400" y="215900"/>
                  </a:lnTo>
                </a:path>
                <a:path w="576580" h="1297304">
                  <a:moveTo>
                    <a:pt x="455612" y="0"/>
                  </a:moveTo>
                  <a:lnTo>
                    <a:pt x="455612" y="215900"/>
                  </a:lnTo>
                </a:path>
                <a:path w="576580" h="1297304">
                  <a:moveTo>
                    <a:pt x="0" y="215900"/>
                  </a:moveTo>
                  <a:lnTo>
                    <a:pt x="0" y="1297051"/>
                  </a:lnTo>
                </a:path>
                <a:path w="576580" h="1297304">
                  <a:moveTo>
                    <a:pt x="215900" y="215900"/>
                  </a:moveTo>
                  <a:lnTo>
                    <a:pt x="215900" y="1297051"/>
                  </a:lnTo>
                </a:path>
                <a:path w="576580" h="1297304">
                  <a:moveTo>
                    <a:pt x="360362" y="215900"/>
                  </a:moveTo>
                  <a:lnTo>
                    <a:pt x="360362" y="1297051"/>
                  </a:lnTo>
                </a:path>
                <a:path w="576580" h="1297304">
                  <a:moveTo>
                    <a:pt x="576262" y="215900"/>
                  </a:moveTo>
                  <a:lnTo>
                    <a:pt x="576262" y="129705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bject 38"/>
            <p:cNvSpPr/>
            <p:nvPr/>
          </p:nvSpPr>
          <p:spPr>
            <a:xfrm>
              <a:off x="1593850" y="2708275"/>
              <a:ext cx="675005" cy="215900"/>
            </a:xfrm>
            <a:custGeom>
              <a:avLst/>
              <a:gdLst/>
              <a:ahLst/>
              <a:cxnLst/>
              <a:rect l="l" t="t" r="r" b="b"/>
              <a:pathLst>
                <a:path w="675005" h="215900">
                  <a:moveTo>
                    <a:pt x="67468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674687" y="215900"/>
                  </a:lnTo>
                  <a:lnTo>
                    <a:pt x="67468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bject 39"/>
            <p:cNvSpPr/>
            <p:nvPr/>
          </p:nvSpPr>
          <p:spPr>
            <a:xfrm>
              <a:off x="1593850" y="2708275"/>
              <a:ext cx="675005" cy="215900"/>
            </a:xfrm>
            <a:custGeom>
              <a:avLst/>
              <a:gdLst/>
              <a:ahLst/>
              <a:cxnLst/>
              <a:rect l="l" t="t" r="r" b="b"/>
              <a:pathLst>
                <a:path w="675005" h="215900">
                  <a:moveTo>
                    <a:pt x="0" y="215900"/>
                  </a:moveTo>
                  <a:lnTo>
                    <a:pt x="674687" y="215900"/>
                  </a:lnTo>
                  <a:lnTo>
                    <a:pt x="67468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bject 40"/>
            <p:cNvSpPr/>
            <p:nvPr/>
          </p:nvSpPr>
          <p:spPr>
            <a:xfrm>
              <a:off x="1692275" y="2708275"/>
              <a:ext cx="503555" cy="1297305"/>
            </a:xfrm>
            <a:custGeom>
              <a:avLst/>
              <a:gdLst/>
              <a:ahLst/>
              <a:cxnLst/>
              <a:rect l="l" t="t" r="r" b="b"/>
              <a:pathLst>
                <a:path w="503555" h="1297304">
                  <a:moveTo>
                    <a:pt x="77850" y="0"/>
                  </a:moveTo>
                  <a:lnTo>
                    <a:pt x="77850" y="215900"/>
                  </a:lnTo>
                </a:path>
                <a:path w="503555" h="1297304">
                  <a:moveTo>
                    <a:pt x="252475" y="0"/>
                  </a:moveTo>
                  <a:lnTo>
                    <a:pt x="252475" y="215900"/>
                  </a:lnTo>
                </a:path>
                <a:path w="503555" h="1297304">
                  <a:moveTo>
                    <a:pt x="428625" y="0"/>
                  </a:moveTo>
                  <a:lnTo>
                    <a:pt x="428625" y="215900"/>
                  </a:lnTo>
                </a:path>
                <a:path w="503555" h="1297304">
                  <a:moveTo>
                    <a:pt x="0" y="215900"/>
                  </a:moveTo>
                  <a:lnTo>
                    <a:pt x="0" y="1297051"/>
                  </a:lnTo>
                </a:path>
                <a:path w="503555" h="1297304">
                  <a:moveTo>
                    <a:pt x="142875" y="215900"/>
                  </a:moveTo>
                  <a:lnTo>
                    <a:pt x="142875" y="1297051"/>
                  </a:lnTo>
                </a:path>
                <a:path w="503555" h="1297304">
                  <a:moveTo>
                    <a:pt x="358775" y="215900"/>
                  </a:moveTo>
                  <a:lnTo>
                    <a:pt x="358775" y="1297051"/>
                  </a:lnTo>
                </a:path>
                <a:path w="503555" h="1297304">
                  <a:moveTo>
                    <a:pt x="503300" y="215900"/>
                  </a:moveTo>
                  <a:lnTo>
                    <a:pt x="503300" y="129705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bject 41"/>
            <p:cNvSpPr/>
            <p:nvPr/>
          </p:nvSpPr>
          <p:spPr>
            <a:xfrm>
              <a:off x="2646426" y="2708275"/>
              <a:ext cx="701675" cy="215900"/>
            </a:xfrm>
            <a:custGeom>
              <a:avLst/>
              <a:gdLst/>
              <a:ahLst/>
              <a:cxnLst/>
              <a:rect l="l" t="t" r="r" b="b"/>
              <a:pathLst>
                <a:path w="701675" h="215900">
                  <a:moveTo>
                    <a:pt x="701675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701675" y="215900"/>
                  </a:lnTo>
                  <a:lnTo>
                    <a:pt x="701675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bject 42"/>
            <p:cNvSpPr/>
            <p:nvPr/>
          </p:nvSpPr>
          <p:spPr>
            <a:xfrm>
              <a:off x="2646426" y="2708275"/>
              <a:ext cx="701675" cy="215900"/>
            </a:xfrm>
            <a:custGeom>
              <a:avLst/>
              <a:gdLst/>
              <a:ahLst/>
              <a:cxnLst/>
              <a:rect l="l" t="t" r="r" b="b"/>
              <a:pathLst>
                <a:path w="701675" h="215900">
                  <a:moveTo>
                    <a:pt x="0" y="215900"/>
                  </a:moveTo>
                  <a:lnTo>
                    <a:pt x="701675" y="215900"/>
                  </a:lnTo>
                  <a:lnTo>
                    <a:pt x="701675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bject 43"/>
            <p:cNvSpPr/>
            <p:nvPr/>
          </p:nvSpPr>
          <p:spPr>
            <a:xfrm>
              <a:off x="2773426" y="2708275"/>
              <a:ext cx="503555" cy="1297305"/>
            </a:xfrm>
            <a:custGeom>
              <a:avLst/>
              <a:gdLst/>
              <a:ahLst/>
              <a:cxnLst/>
              <a:rect l="l" t="t" r="r" b="b"/>
              <a:pathLst>
                <a:path w="503554" h="1297304">
                  <a:moveTo>
                    <a:pt x="49149" y="0"/>
                  </a:moveTo>
                  <a:lnTo>
                    <a:pt x="49149" y="215900"/>
                  </a:lnTo>
                </a:path>
                <a:path w="503554" h="1297304">
                  <a:moveTo>
                    <a:pt x="223774" y="0"/>
                  </a:moveTo>
                  <a:lnTo>
                    <a:pt x="223774" y="215900"/>
                  </a:lnTo>
                </a:path>
                <a:path w="503554" h="1297304">
                  <a:moveTo>
                    <a:pt x="400050" y="0"/>
                  </a:moveTo>
                  <a:lnTo>
                    <a:pt x="400050" y="215900"/>
                  </a:lnTo>
                </a:path>
                <a:path w="503554" h="1297304">
                  <a:moveTo>
                    <a:pt x="0" y="215900"/>
                  </a:moveTo>
                  <a:lnTo>
                    <a:pt x="0" y="1297051"/>
                  </a:lnTo>
                </a:path>
                <a:path w="503554" h="1297304">
                  <a:moveTo>
                    <a:pt x="142875" y="215900"/>
                  </a:moveTo>
                  <a:lnTo>
                    <a:pt x="142875" y="1297051"/>
                  </a:lnTo>
                </a:path>
                <a:path w="503554" h="1297304">
                  <a:moveTo>
                    <a:pt x="358775" y="215900"/>
                  </a:moveTo>
                  <a:lnTo>
                    <a:pt x="358775" y="1297051"/>
                  </a:lnTo>
                </a:path>
                <a:path w="503554" h="1297304">
                  <a:moveTo>
                    <a:pt x="503174" y="215900"/>
                  </a:moveTo>
                  <a:lnTo>
                    <a:pt x="503174" y="129705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bject 44"/>
            <p:cNvSpPr/>
            <p:nvPr/>
          </p:nvSpPr>
          <p:spPr>
            <a:xfrm>
              <a:off x="3700526" y="2708275"/>
              <a:ext cx="728980" cy="215900"/>
            </a:xfrm>
            <a:custGeom>
              <a:avLst/>
              <a:gdLst/>
              <a:ahLst/>
              <a:cxnLst/>
              <a:rect l="l" t="t" r="r" b="b"/>
              <a:pathLst>
                <a:path w="728979" h="215900">
                  <a:moveTo>
                    <a:pt x="728662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728662" y="215900"/>
                  </a:lnTo>
                  <a:lnTo>
                    <a:pt x="728662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bject 45"/>
            <p:cNvSpPr/>
            <p:nvPr/>
          </p:nvSpPr>
          <p:spPr>
            <a:xfrm>
              <a:off x="3700526" y="2708275"/>
              <a:ext cx="728980" cy="215900"/>
            </a:xfrm>
            <a:custGeom>
              <a:avLst/>
              <a:gdLst/>
              <a:ahLst/>
              <a:cxnLst/>
              <a:rect l="l" t="t" r="r" b="b"/>
              <a:pathLst>
                <a:path w="728979" h="215900">
                  <a:moveTo>
                    <a:pt x="0" y="215900"/>
                  </a:moveTo>
                  <a:lnTo>
                    <a:pt x="728662" y="215900"/>
                  </a:lnTo>
                  <a:lnTo>
                    <a:pt x="728662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bject 46"/>
            <p:cNvSpPr/>
            <p:nvPr/>
          </p:nvSpPr>
          <p:spPr>
            <a:xfrm>
              <a:off x="3781425" y="2708275"/>
              <a:ext cx="503555" cy="1297305"/>
            </a:xfrm>
            <a:custGeom>
              <a:avLst/>
              <a:gdLst/>
              <a:ahLst/>
              <a:cxnLst/>
              <a:rect l="l" t="t" r="r" b="b"/>
              <a:pathLst>
                <a:path w="503554" h="1297304">
                  <a:moveTo>
                    <a:pt x="93725" y="0"/>
                  </a:moveTo>
                  <a:lnTo>
                    <a:pt x="93725" y="215900"/>
                  </a:lnTo>
                </a:path>
                <a:path w="503554" h="1297304">
                  <a:moveTo>
                    <a:pt x="269875" y="0"/>
                  </a:moveTo>
                  <a:lnTo>
                    <a:pt x="269875" y="215900"/>
                  </a:lnTo>
                </a:path>
                <a:path w="503554" h="1297304">
                  <a:moveTo>
                    <a:pt x="446150" y="0"/>
                  </a:moveTo>
                  <a:lnTo>
                    <a:pt x="446150" y="215900"/>
                  </a:lnTo>
                </a:path>
                <a:path w="503554" h="1297304">
                  <a:moveTo>
                    <a:pt x="0" y="215900"/>
                  </a:moveTo>
                  <a:lnTo>
                    <a:pt x="0" y="1297051"/>
                  </a:lnTo>
                </a:path>
                <a:path w="503554" h="1297304">
                  <a:moveTo>
                    <a:pt x="142875" y="215900"/>
                  </a:moveTo>
                  <a:lnTo>
                    <a:pt x="142875" y="1297051"/>
                  </a:lnTo>
                </a:path>
                <a:path w="503554" h="1297304">
                  <a:moveTo>
                    <a:pt x="358775" y="215900"/>
                  </a:moveTo>
                  <a:lnTo>
                    <a:pt x="358775" y="1297051"/>
                  </a:lnTo>
                </a:path>
                <a:path w="503554" h="1297304">
                  <a:moveTo>
                    <a:pt x="503300" y="215900"/>
                  </a:moveTo>
                  <a:lnTo>
                    <a:pt x="503300" y="129705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bject 47"/>
            <p:cNvSpPr/>
            <p:nvPr/>
          </p:nvSpPr>
          <p:spPr>
            <a:xfrm>
              <a:off x="4752975" y="2708275"/>
              <a:ext cx="755650" cy="215900"/>
            </a:xfrm>
            <a:custGeom>
              <a:avLst/>
              <a:gdLst/>
              <a:ahLst/>
              <a:cxnLst/>
              <a:rect l="l" t="t" r="r" b="b"/>
              <a:pathLst>
                <a:path w="755650" h="215900">
                  <a:moveTo>
                    <a:pt x="755650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755650" y="215900"/>
                  </a:lnTo>
                  <a:lnTo>
                    <a:pt x="75565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bject 48"/>
            <p:cNvSpPr/>
            <p:nvPr/>
          </p:nvSpPr>
          <p:spPr>
            <a:xfrm>
              <a:off x="4752975" y="2708275"/>
              <a:ext cx="755650" cy="215900"/>
            </a:xfrm>
            <a:custGeom>
              <a:avLst/>
              <a:gdLst/>
              <a:ahLst/>
              <a:cxnLst/>
              <a:rect l="l" t="t" r="r" b="b"/>
              <a:pathLst>
                <a:path w="755650" h="215900">
                  <a:moveTo>
                    <a:pt x="0" y="215900"/>
                  </a:moveTo>
                  <a:lnTo>
                    <a:pt x="755650" y="215900"/>
                  </a:lnTo>
                  <a:lnTo>
                    <a:pt x="755650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bject 49"/>
            <p:cNvSpPr/>
            <p:nvPr/>
          </p:nvSpPr>
          <p:spPr>
            <a:xfrm>
              <a:off x="4860925" y="2708275"/>
              <a:ext cx="503555" cy="1297305"/>
            </a:xfrm>
            <a:custGeom>
              <a:avLst/>
              <a:gdLst/>
              <a:ahLst/>
              <a:cxnLst/>
              <a:rect l="l" t="t" r="r" b="b"/>
              <a:pathLst>
                <a:path w="503554" h="1297304">
                  <a:moveTo>
                    <a:pt x="66675" y="0"/>
                  </a:moveTo>
                  <a:lnTo>
                    <a:pt x="66675" y="215900"/>
                  </a:lnTo>
                </a:path>
                <a:path w="503554" h="1297304">
                  <a:moveTo>
                    <a:pt x="242950" y="0"/>
                  </a:moveTo>
                  <a:lnTo>
                    <a:pt x="242950" y="215900"/>
                  </a:lnTo>
                </a:path>
                <a:path w="503554" h="1297304">
                  <a:moveTo>
                    <a:pt x="419100" y="0"/>
                  </a:moveTo>
                  <a:lnTo>
                    <a:pt x="419100" y="215900"/>
                  </a:lnTo>
                </a:path>
                <a:path w="503554" h="1297304">
                  <a:moveTo>
                    <a:pt x="0" y="215900"/>
                  </a:moveTo>
                  <a:lnTo>
                    <a:pt x="0" y="1297051"/>
                  </a:lnTo>
                </a:path>
                <a:path w="503554" h="1297304">
                  <a:moveTo>
                    <a:pt x="142875" y="215900"/>
                  </a:moveTo>
                  <a:lnTo>
                    <a:pt x="142875" y="1297051"/>
                  </a:lnTo>
                </a:path>
                <a:path w="503554" h="1297304">
                  <a:moveTo>
                    <a:pt x="358775" y="215900"/>
                  </a:moveTo>
                  <a:lnTo>
                    <a:pt x="358775" y="1297051"/>
                  </a:lnTo>
                </a:path>
                <a:path w="503554" h="1297304">
                  <a:moveTo>
                    <a:pt x="503300" y="215900"/>
                  </a:moveTo>
                  <a:lnTo>
                    <a:pt x="503300" y="129705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bject 50"/>
            <p:cNvSpPr/>
            <p:nvPr/>
          </p:nvSpPr>
          <p:spPr>
            <a:xfrm>
              <a:off x="5805551" y="2708275"/>
              <a:ext cx="711200" cy="215900"/>
            </a:xfrm>
            <a:custGeom>
              <a:avLst/>
              <a:gdLst/>
              <a:ahLst/>
              <a:cxnLst/>
              <a:rect l="l" t="t" r="r" b="b"/>
              <a:pathLst>
                <a:path w="711200" h="215900">
                  <a:moveTo>
                    <a:pt x="711200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711200" y="215900"/>
                  </a:lnTo>
                  <a:lnTo>
                    <a:pt x="71120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bject 51"/>
            <p:cNvSpPr/>
            <p:nvPr/>
          </p:nvSpPr>
          <p:spPr>
            <a:xfrm>
              <a:off x="5805551" y="2708275"/>
              <a:ext cx="711200" cy="215900"/>
            </a:xfrm>
            <a:custGeom>
              <a:avLst/>
              <a:gdLst/>
              <a:ahLst/>
              <a:cxnLst/>
              <a:rect l="l" t="t" r="r" b="b"/>
              <a:pathLst>
                <a:path w="711200" h="215900">
                  <a:moveTo>
                    <a:pt x="0" y="215900"/>
                  </a:moveTo>
                  <a:lnTo>
                    <a:pt x="711200" y="215900"/>
                  </a:lnTo>
                  <a:lnTo>
                    <a:pt x="711200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object 52"/>
            <p:cNvSpPr/>
            <p:nvPr/>
          </p:nvSpPr>
          <p:spPr>
            <a:xfrm>
              <a:off x="5869051" y="2708275"/>
              <a:ext cx="503555" cy="1297305"/>
            </a:xfrm>
            <a:custGeom>
              <a:avLst/>
              <a:gdLst/>
              <a:ahLst/>
              <a:cxnLst/>
              <a:rect l="l" t="t" r="r" b="b"/>
              <a:pathLst>
                <a:path w="503554" h="1297304">
                  <a:moveTo>
                    <a:pt x="112649" y="0"/>
                  </a:moveTo>
                  <a:lnTo>
                    <a:pt x="112649" y="215900"/>
                  </a:lnTo>
                </a:path>
                <a:path w="503554" h="1297304">
                  <a:moveTo>
                    <a:pt x="287274" y="0"/>
                  </a:moveTo>
                  <a:lnTo>
                    <a:pt x="287274" y="215900"/>
                  </a:lnTo>
                </a:path>
                <a:path w="503554" h="1297304">
                  <a:moveTo>
                    <a:pt x="463550" y="0"/>
                  </a:moveTo>
                  <a:lnTo>
                    <a:pt x="463550" y="215900"/>
                  </a:lnTo>
                </a:path>
                <a:path w="503554" h="1297304">
                  <a:moveTo>
                    <a:pt x="0" y="215900"/>
                  </a:moveTo>
                  <a:lnTo>
                    <a:pt x="0" y="1297051"/>
                  </a:lnTo>
                </a:path>
                <a:path w="503554" h="1297304">
                  <a:moveTo>
                    <a:pt x="142875" y="215900"/>
                  </a:moveTo>
                  <a:lnTo>
                    <a:pt x="142875" y="1297051"/>
                  </a:lnTo>
                </a:path>
                <a:path w="503554" h="1297304">
                  <a:moveTo>
                    <a:pt x="358775" y="215900"/>
                  </a:moveTo>
                  <a:lnTo>
                    <a:pt x="358775" y="1297051"/>
                  </a:lnTo>
                </a:path>
                <a:path w="503554" h="1297304">
                  <a:moveTo>
                    <a:pt x="503174" y="215900"/>
                  </a:moveTo>
                  <a:lnTo>
                    <a:pt x="503174" y="129705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object 53"/>
            <p:cNvSpPr/>
            <p:nvPr/>
          </p:nvSpPr>
          <p:spPr>
            <a:xfrm>
              <a:off x="6858000" y="2708275"/>
              <a:ext cx="738505" cy="215900"/>
            </a:xfrm>
            <a:custGeom>
              <a:avLst/>
              <a:gdLst/>
              <a:ahLst/>
              <a:cxnLst/>
              <a:rect l="l" t="t" r="r" b="b"/>
              <a:pathLst>
                <a:path w="738504" h="215900">
                  <a:moveTo>
                    <a:pt x="73818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738187" y="215900"/>
                  </a:lnTo>
                  <a:lnTo>
                    <a:pt x="73818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object 54"/>
            <p:cNvSpPr/>
            <p:nvPr/>
          </p:nvSpPr>
          <p:spPr>
            <a:xfrm>
              <a:off x="6858000" y="2708275"/>
              <a:ext cx="738505" cy="215900"/>
            </a:xfrm>
            <a:custGeom>
              <a:avLst/>
              <a:gdLst/>
              <a:ahLst/>
              <a:cxnLst/>
              <a:rect l="l" t="t" r="r" b="b"/>
              <a:pathLst>
                <a:path w="738504" h="215900">
                  <a:moveTo>
                    <a:pt x="0" y="215900"/>
                  </a:moveTo>
                  <a:lnTo>
                    <a:pt x="738187" y="215900"/>
                  </a:lnTo>
                  <a:lnTo>
                    <a:pt x="73818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object 55"/>
            <p:cNvSpPr/>
            <p:nvPr/>
          </p:nvSpPr>
          <p:spPr>
            <a:xfrm>
              <a:off x="6948551" y="2708275"/>
              <a:ext cx="503555" cy="1297305"/>
            </a:xfrm>
            <a:custGeom>
              <a:avLst/>
              <a:gdLst/>
              <a:ahLst/>
              <a:cxnLst/>
              <a:rect l="l" t="t" r="r" b="b"/>
              <a:pathLst>
                <a:path w="503554" h="1297304">
                  <a:moveTo>
                    <a:pt x="85725" y="0"/>
                  </a:moveTo>
                  <a:lnTo>
                    <a:pt x="85725" y="215900"/>
                  </a:lnTo>
                </a:path>
                <a:path w="503554" h="1297304">
                  <a:moveTo>
                    <a:pt x="260350" y="0"/>
                  </a:moveTo>
                  <a:lnTo>
                    <a:pt x="260350" y="215900"/>
                  </a:lnTo>
                </a:path>
                <a:path w="503554" h="1297304">
                  <a:moveTo>
                    <a:pt x="436499" y="0"/>
                  </a:moveTo>
                  <a:lnTo>
                    <a:pt x="436499" y="215900"/>
                  </a:lnTo>
                </a:path>
                <a:path w="503554" h="1297304">
                  <a:moveTo>
                    <a:pt x="0" y="215900"/>
                  </a:moveTo>
                  <a:lnTo>
                    <a:pt x="0" y="1297051"/>
                  </a:lnTo>
                </a:path>
                <a:path w="503554" h="1297304">
                  <a:moveTo>
                    <a:pt x="142875" y="215900"/>
                  </a:moveTo>
                  <a:lnTo>
                    <a:pt x="142875" y="1297051"/>
                  </a:lnTo>
                </a:path>
                <a:path w="503554" h="1297304">
                  <a:moveTo>
                    <a:pt x="358775" y="215900"/>
                  </a:moveTo>
                  <a:lnTo>
                    <a:pt x="358775" y="1297051"/>
                  </a:lnTo>
                </a:path>
                <a:path w="503554" h="1297304">
                  <a:moveTo>
                    <a:pt x="503174" y="215900"/>
                  </a:moveTo>
                  <a:lnTo>
                    <a:pt x="503174" y="129705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object 56"/>
            <p:cNvSpPr/>
            <p:nvPr/>
          </p:nvSpPr>
          <p:spPr>
            <a:xfrm>
              <a:off x="7910576" y="2708275"/>
              <a:ext cx="694055" cy="215900"/>
            </a:xfrm>
            <a:custGeom>
              <a:avLst/>
              <a:gdLst/>
              <a:ahLst/>
              <a:cxnLst/>
              <a:rect l="l" t="t" r="r" b="b"/>
              <a:pathLst>
                <a:path w="694054" h="215900">
                  <a:moveTo>
                    <a:pt x="69373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693737" y="215900"/>
                  </a:lnTo>
                  <a:lnTo>
                    <a:pt x="69373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object 57"/>
            <p:cNvSpPr/>
            <p:nvPr/>
          </p:nvSpPr>
          <p:spPr>
            <a:xfrm>
              <a:off x="7910576" y="2708275"/>
              <a:ext cx="694055" cy="215900"/>
            </a:xfrm>
            <a:custGeom>
              <a:avLst/>
              <a:gdLst/>
              <a:ahLst/>
              <a:cxnLst/>
              <a:rect l="l" t="t" r="r" b="b"/>
              <a:pathLst>
                <a:path w="694054" h="215900">
                  <a:moveTo>
                    <a:pt x="0" y="215900"/>
                  </a:moveTo>
                  <a:lnTo>
                    <a:pt x="693737" y="215900"/>
                  </a:lnTo>
                  <a:lnTo>
                    <a:pt x="69373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object 58"/>
            <p:cNvSpPr/>
            <p:nvPr/>
          </p:nvSpPr>
          <p:spPr>
            <a:xfrm>
              <a:off x="1187450" y="2708275"/>
              <a:ext cx="7345680" cy="1297305"/>
            </a:xfrm>
            <a:custGeom>
              <a:avLst/>
              <a:gdLst/>
              <a:ahLst/>
              <a:cxnLst/>
              <a:rect l="l" t="t" r="r" b="b"/>
              <a:pathLst>
                <a:path w="7345680" h="1297304">
                  <a:moveTo>
                    <a:pt x="6899275" y="0"/>
                  </a:moveTo>
                  <a:lnTo>
                    <a:pt x="6899275" y="215900"/>
                  </a:lnTo>
                </a:path>
                <a:path w="7345680" h="1297304">
                  <a:moveTo>
                    <a:pt x="7073900" y="0"/>
                  </a:moveTo>
                  <a:lnTo>
                    <a:pt x="7073900" y="215900"/>
                  </a:lnTo>
                </a:path>
                <a:path w="7345680" h="1297304">
                  <a:moveTo>
                    <a:pt x="7250176" y="0"/>
                  </a:moveTo>
                  <a:lnTo>
                    <a:pt x="7250176" y="215900"/>
                  </a:lnTo>
                </a:path>
                <a:path w="7345680" h="1297304">
                  <a:moveTo>
                    <a:pt x="6842125" y="215900"/>
                  </a:moveTo>
                  <a:lnTo>
                    <a:pt x="6842125" y="1297051"/>
                  </a:lnTo>
                </a:path>
                <a:path w="7345680" h="1297304">
                  <a:moveTo>
                    <a:pt x="6985000" y="215900"/>
                  </a:moveTo>
                  <a:lnTo>
                    <a:pt x="6985000" y="1297051"/>
                  </a:lnTo>
                </a:path>
                <a:path w="7345680" h="1297304">
                  <a:moveTo>
                    <a:pt x="7200900" y="215900"/>
                  </a:moveTo>
                  <a:lnTo>
                    <a:pt x="7200900" y="1297051"/>
                  </a:lnTo>
                </a:path>
                <a:path w="7345680" h="1297304">
                  <a:moveTo>
                    <a:pt x="7345426" y="215900"/>
                  </a:moveTo>
                  <a:lnTo>
                    <a:pt x="7345426" y="1297051"/>
                  </a:lnTo>
                </a:path>
                <a:path w="7345680" h="1297304">
                  <a:moveTo>
                    <a:pt x="360425" y="1296924"/>
                  </a:moveTo>
                  <a:lnTo>
                    <a:pt x="0" y="720725"/>
                  </a:lnTo>
                </a:path>
                <a:path w="7345680" h="1297304">
                  <a:moveTo>
                    <a:pt x="144525" y="1296924"/>
                  </a:moveTo>
                  <a:lnTo>
                    <a:pt x="504825" y="720725"/>
                  </a:lnTo>
                </a:path>
                <a:path w="7345680" h="1297304">
                  <a:moveTo>
                    <a:pt x="1368425" y="1296924"/>
                  </a:moveTo>
                  <a:lnTo>
                    <a:pt x="1008126" y="720725"/>
                  </a:lnTo>
                </a:path>
                <a:path w="7345680" h="1297304">
                  <a:moveTo>
                    <a:pt x="1224026" y="1296924"/>
                  </a:moveTo>
                  <a:lnTo>
                    <a:pt x="1584325" y="720725"/>
                  </a:lnTo>
                </a:path>
                <a:path w="7345680" h="1297304">
                  <a:moveTo>
                    <a:pt x="2449576" y="1296924"/>
                  </a:moveTo>
                  <a:lnTo>
                    <a:pt x="2089150" y="792099"/>
                  </a:lnTo>
                </a:path>
                <a:path w="7345680" h="1297304">
                  <a:moveTo>
                    <a:pt x="2305050" y="1296924"/>
                  </a:moveTo>
                  <a:lnTo>
                    <a:pt x="2592451" y="792099"/>
                  </a:lnTo>
                </a:path>
                <a:path w="7345680" h="1297304">
                  <a:moveTo>
                    <a:pt x="4537075" y="1296924"/>
                  </a:moveTo>
                  <a:lnTo>
                    <a:pt x="4176776" y="792099"/>
                  </a:lnTo>
                </a:path>
                <a:path w="7345680" h="1297304">
                  <a:moveTo>
                    <a:pt x="4392676" y="1296924"/>
                  </a:moveTo>
                  <a:lnTo>
                    <a:pt x="4679950" y="792099"/>
                  </a:lnTo>
                </a:path>
                <a:path w="7345680" h="1297304">
                  <a:moveTo>
                    <a:pt x="6624701" y="1296924"/>
                  </a:moveTo>
                  <a:lnTo>
                    <a:pt x="6264275" y="792099"/>
                  </a:lnTo>
                </a:path>
                <a:path w="7345680" h="1297304">
                  <a:moveTo>
                    <a:pt x="6480175" y="1296924"/>
                  </a:moveTo>
                  <a:lnTo>
                    <a:pt x="6840601" y="792099"/>
                  </a:lnTo>
                </a:path>
                <a:path w="7345680" h="1297304">
                  <a:moveTo>
                    <a:pt x="3457575" y="1296924"/>
                  </a:moveTo>
                  <a:lnTo>
                    <a:pt x="3097276" y="792099"/>
                  </a:lnTo>
                </a:path>
                <a:path w="7345680" h="1297304">
                  <a:moveTo>
                    <a:pt x="3313176" y="1296924"/>
                  </a:moveTo>
                  <a:lnTo>
                    <a:pt x="3671951" y="792099"/>
                  </a:lnTo>
                </a:path>
                <a:path w="7345680" h="1297304">
                  <a:moveTo>
                    <a:pt x="5616575" y="1296924"/>
                  </a:moveTo>
                  <a:lnTo>
                    <a:pt x="5184775" y="792099"/>
                  </a:lnTo>
                </a:path>
                <a:path w="7345680" h="1297304">
                  <a:moveTo>
                    <a:pt x="5400675" y="1296924"/>
                  </a:moveTo>
                  <a:lnTo>
                    <a:pt x="5759450" y="7920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8" name="object 59"/>
          <p:cNvSpPr txBox="1"/>
          <p:nvPr/>
        </p:nvSpPr>
        <p:spPr>
          <a:xfrm>
            <a:off x="4132696" y="2689002"/>
            <a:ext cx="10401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32-bit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object 60"/>
          <p:cNvSpPr txBox="1"/>
          <p:nvPr/>
        </p:nvSpPr>
        <p:spPr>
          <a:xfrm>
            <a:off x="3648826" y="4741453"/>
            <a:ext cx="20078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48-bit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4580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7086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2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SUBSTITUTION</a:t>
            </a:r>
            <a:r>
              <a:rPr lang="en-GB" sz="4000" b="1" spc="3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2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BOXES:</a:t>
            </a:r>
            <a:r>
              <a:rPr lang="en-GB" sz="4000" b="1" spc="1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3806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838200" y="1905000"/>
            <a:ext cx="7591945" cy="26109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499"/>
              </a:lnSpc>
              <a:spcBef>
                <a:spcPts val="8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</a:t>
            </a:r>
            <a:r>
              <a:rPr lang="en-GB" sz="2400" b="1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boxes</a:t>
            </a:r>
            <a:r>
              <a:rPr lang="en-GB" sz="2400" b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(S-boxes)</a:t>
            </a:r>
            <a:r>
              <a:rPr lang="en-GB" sz="2400" b="1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6-bit </a:t>
            </a:r>
            <a:r>
              <a:rPr lang="en-GB" sz="2400" spc="-5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4-bit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8699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endParaRPr lang="en-GB" sz="2400" spc="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8699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S-boxes,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48-bit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GB" sz="2400" spc="-5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mapped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32-bit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765" marR="32448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100000"/>
              <a:tabLst>
                <a:tab pos="298450" algn="l"/>
              </a:tabLst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8514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7086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2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SUBSTITUTION</a:t>
            </a:r>
            <a:r>
              <a:rPr lang="en-GB" sz="4000" b="1" spc="3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2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BOXES:</a:t>
            </a:r>
            <a:r>
              <a:rPr lang="en-GB" sz="4000" b="1" spc="1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228600" y="1860825"/>
            <a:ext cx="8752227" cy="43806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object 3"/>
          <p:cNvSpPr/>
          <p:nvPr/>
        </p:nvSpPr>
        <p:spPr>
          <a:xfrm>
            <a:off x="8763000" y="2565400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0"/>
                </a:moveTo>
                <a:lnTo>
                  <a:pt x="0" y="1079500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3" name="object 11"/>
          <p:cNvGrpSpPr/>
          <p:nvPr/>
        </p:nvGrpSpPr>
        <p:grpSpPr>
          <a:xfrm>
            <a:off x="319087" y="2344737"/>
            <a:ext cx="8506460" cy="3034030"/>
            <a:chOff x="319087" y="2344737"/>
            <a:chExt cx="8506460" cy="3034030"/>
          </a:xfrm>
        </p:grpSpPr>
        <p:sp>
          <p:nvSpPr>
            <p:cNvPr id="184" name="object 12"/>
            <p:cNvSpPr/>
            <p:nvPr/>
          </p:nvSpPr>
          <p:spPr>
            <a:xfrm>
              <a:off x="395287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3"/>
            <p:cNvSpPr/>
            <p:nvPr/>
          </p:nvSpPr>
          <p:spPr>
            <a:xfrm>
              <a:off x="395287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4"/>
            <p:cNvSpPr/>
            <p:nvPr/>
          </p:nvSpPr>
          <p:spPr>
            <a:xfrm>
              <a:off x="570699" y="2349500"/>
              <a:ext cx="703580" cy="215900"/>
            </a:xfrm>
            <a:custGeom>
              <a:avLst/>
              <a:gdLst/>
              <a:ahLst/>
              <a:cxnLst/>
              <a:rect l="l" t="t" r="r" b="b"/>
              <a:pathLst>
                <a:path w="703580" h="215900">
                  <a:moveTo>
                    <a:pt x="0" y="0"/>
                  </a:moveTo>
                  <a:lnTo>
                    <a:pt x="0" y="215900"/>
                  </a:lnTo>
                </a:path>
                <a:path w="703580" h="215900">
                  <a:moveTo>
                    <a:pt x="175412" y="0"/>
                  </a:moveTo>
                  <a:lnTo>
                    <a:pt x="175412" y="215900"/>
                  </a:lnTo>
                </a:path>
                <a:path w="703580" h="215900">
                  <a:moveTo>
                    <a:pt x="352107" y="0"/>
                  </a:moveTo>
                  <a:lnTo>
                    <a:pt x="352107" y="215900"/>
                  </a:lnTo>
                </a:path>
                <a:path w="703580" h="215900">
                  <a:moveTo>
                    <a:pt x="526224" y="0"/>
                  </a:moveTo>
                  <a:lnTo>
                    <a:pt x="526237" y="215900"/>
                  </a:lnTo>
                </a:path>
                <a:path w="703580" h="215900">
                  <a:moveTo>
                    <a:pt x="702983" y="0"/>
                  </a:moveTo>
                  <a:lnTo>
                    <a:pt x="702983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5"/>
            <p:cNvSpPr/>
            <p:nvPr/>
          </p:nvSpPr>
          <p:spPr>
            <a:xfrm>
              <a:off x="1449069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6"/>
            <p:cNvSpPr/>
            <p:nvPr/>
          </p:nvSpPr>
          <p:spPr>
            <a:xfrm>
              <a:off x="1449069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7"/>
            <p:cNvSpPr/>
            <p:nvPr/>
          </p:nvSpPr>
          <p:spPr>
            <a:xfrm>
              <a:off x="1624457" y="2349500"/>
              <a:ext cx="702945" cy="215900"/>
            </a:xfrm>
            <a:custGeom>
              <a:avLst/>
              <a:gdLst/>
              <a:ahLst/>
              <a:cxnLst/>
              <a:rect l="l" t="t" r="r" b="b"/>
              <a:pathLst>
                <a:path w="702944" h="215900">
                  <a:moveTo>
                    <a:pt x="0" y="0"/>
                  </a:moveTo>
                  <a:lnTo>
                    <a:pt x="0" y="215900"/>
                  </a:lnTo>
                </a:path>
                <a:path w="702944" h="215900">
                  <a:moveTo>
                    <a:pt x="175387" y="0"/>
                  </a:moveTo>
                  <a:lnTo>
                    <a:pt x="175387" y="215900"/>
                  </a:lnTo>
                </a:path>
                <a:path w="702944" h="215900">
                  <a:moveTo>
                    <a:pt x="352044" y="0"/>
                  </a:moveTo>
                  <a:lnTo>
                    <a:pt x="352044" y="215900"/>
                  </a:lnTo>
                </a:path>
                <a:path w="702944" h="215900">
                  <a:moveTo>
                    <a:pt x="526288" y="0"/>
                  </a:moveTo>
                  <a:lnTo>
                    <a:pt x="526288" y="215900"/>
                  </a:lnTo>
                </a:path>
                <a:path w="702944" h="215900">
                  <a:moveTo>
                    <a:pt x="702944" y="0"/>
                  </a:moveTo>
                  <a:lnTo>
                    <a:pt x="702944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8"/>
            <p:cNvSpPr/>
            <p:nvPr/>
          </p:nvSpPr>
          <p:spPr>
            <a:xfrm>
              <a:off x="2501519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"/>
            <p:cNvSpPr/>
            <p:nvPr/>
          </p:nvSpPr>
          <p:spPr>
            <a:xfrm>
              <a:off x="2501519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20"/>
            <p:cNvSpPr/>
            <p:nvPr/>
          </p:nvSpPr>
          <p:spPr>
            <a:xfrm>
              <a:off x="2676905" y="2349500"/>
              <a:ext cx="702945" cy="215900"/>
            </a:xfrm>
            <a:custGeom>
              <a:avLst/>
              <a:gdLst/>
              <a:ahLst/>
              <a:cxnLst/>
              <a:rect l="l" t="t" r="r" b="b"/>
              <a:pathLst>
                <a:path w="702945" h="215900">
                  <a:moveTo>
                    <a:pt x="0" y="0"/>
                  </a:moveTo>
                  <a:lnTo>
                    <a:pt x="0" y="215900"/>
                  </a:lnTo>
                </a:path>
                <a:path w="702945" h="215900">
                  <a:moveTo>
                    <a:pt x="175387" y="0"/>
                  </a:moveTo>
                  <a:lnTo>
                    <a:pt x="175387" y="215900"/>
                  </a:lnTo>
                </a:path>
                <a:path w="702945" h="215900">
                  <a:moveTo>
                    <a:pt x="352170" y="0"/>
                  </a:moveTo>
                  <a:lnTo>
                    <a:pt x="352170" y="215900"/>
                  </a:lnTo>
                </a:path>
                <a:path w="702945" h="215900">
                  <a:moveTo>
                    <a:pt x="526288" y="0"/>
                  </a:moveTo>
                  <a:lnTo>
                    <a:pt x="526288" y="215900"/>
                  </a:lnTo>
                </a:path>
                <a:path w="702945" h="215900">
                  <a:moveTo>
                    <a:pt x="702944" y="0"/>
                  </a:moveTo>
                  <a:lnTo>
                    <a:pt x="702944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21"/>
            <p:cNvSpPr/>
            <p:nvPr/>
          </p:nvSpPr>
          <p:spPr>
            <a:xfrm>
              <a:off x="3555238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22"/>
            <p:cNvSpPr/>
            <p:nvPr/>
          </p:nvSpPr>
          <p:spPr>
            <a:xfrm>
              <a:off x="3555238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23"/>
            <p:cNvSpPr/>
            <p:nvPr/>
          </p:nvSpPr>
          <p:spPr>
            <a:xfrm>
              <a:off x="3730625" y="2349500"/>
              <a:ext cx="702945" cy="215900"/>
            </a:xfrm>
            <a:custGeom>
              <a:avLst/>
              <a:gdLst/>
              <a:ahLst/>
              <a:cxnLst/>
              <a:rect l="l" t="t" r="r" b="b"/>
              <a:pathLst>
                <a:path w="702945" h="215900">
                  <a:moveTo>
                    <a:pt x="0" y="0"/>
                  </a:moveTo>
                  <a:lnTo>
                    <a:pt x="0" y="215900"/>
                  </a:lnTo>
                </a:path>
                <a:path w="702945" h="215900">
                  <a:moveTo>
                    <a:pt x="175513" y="0"/>
                  </a:moveTo>
                  <a:lnTo>
                    <a:pt x="175513" y="215900"/>
                  </a:lnTo>
                </a:path>
                <a:path w="702945" h="215900">
                  <a:moveTo>
                    <a:pt x="352171" y="0"/>
                  </a:moveTo>
                  <a:lnTo>
                    <a:pt x="352171" y="215900"/>
                  </a:lnTo>
                </a:path>
                <a:path w="702945" h="215900">
                  <a:moveTo>
                    <a:pt x="526288" y="0"/>
                  </a:moveTo>
                  <a:lnTo>
                    <a:pt x="526288" y="215900"/>
                  </a:lnTo>
                </a:path>
                <a:path w="702945" h="215900">
                  <a:moveTo>
                    <a:pt x="702945" y="0"/>
                  </a:moveTo>
                  <a:lnTo>
                    <a:pt x="702945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24"/>
            <p:cNvSpPr/>
            <p:nvPr/>
          </p:nvSpPr>
          <p:spPr>
            <a:xfrm>
              <a:off x="4607686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25"/>
            <p:cNvSpPr/>
            <p:nvPr/>
          </p:nvSpPr>
          <p:spPr>
            <a:xfrm>
              <a:off x="4607686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26"/>
            <p:cNvSpPr/>
            <p:nvPr/>
          </p:nvSpPr>
          <p:spPr>
            <a:xfrm>
              <a:off x="4783073" y="2349500"/>
              <a:ext cx="702945" cy="215900"/>
            </a:xfrm>
            <a:custGeom>
              <a:avLst/>
              <a:gdLst/>
              <a:ahLst/>
              <a:cxnLst/>
              <a:rect l="l" t="t" r="r" b="b"/>
              <a:pathLst>
                <a:path w="702945" h="215900">
                  <a:moveTo>
                    <a:pt x="0" y="0"/>
                  </a:moveTo>
                  <a:lnTo>
                    <a:pt x="0" y="215900"/>
                  </a:lnTo>
                </a:path>
                <a:path w="702945" h="215900">
                  <a:moveTo>
                    <a:pt x="175513" y="0"/>
                  </a:moveTo>
                  <a:lnTo>
                    <a:pt x="175513" y="215900"/>
                  </a:lnTo>
                </a:path>
                <a:path w="702945" h="215900">
                  <a:moveTo>
                    <a:pt x="352171" y="0"/>
                  </a:moveTo>
                  <a:lnTo>
                    <a:pt x="352171" y="215900"/>
                  </a:lnTo>
                </a:path>
                <a:path w="702945" h="215900">
                  <a:moveTo>
                    <a:pt x="526288" y="0"/>
                  </a:moveTo>
                  <a:lnTo>
                    <a:pt x="526288" y="215900"/>
                  </a:lnTo>
                </a:path>
                <a:path w="702945" h="215900">
                  <a:moveTo>
                    <a:pt x="702945" y="0"/>
                  </a:moveTo>
                  <a:lnTo>
                    <a:pt x="702945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27"/>
            <p:cNvSpPr/>
            <p:nvPr/>
          </p:nvSpPr>
          <p:spPr>
            <a:xfrm>
              <a:off x="5661533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8"/>
            <p:cNvSpPr/>
            <p:nvPr/>
          </p:nvSpPr>
          <p:spPr>
            <a:xfrm>
              <a:off x="5661533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9"/>
            <p:cNvSpPr/>
            <p:nvPr/>
          </p:nvSpPr>
          <p:spPr>
            <a:xfrm>
              <a:off x="5836920" y="2349500"/>
              <a:ext cx="702945" cy="215900"/>
            </a:xfrm>
            <a:custGeom>
              <a:avLst/>
              <a:gdLst/>
              <a:ahLst/>
              <a:cxnLst/>
              <a:rect l="l" t="t" r="r" b="b"/>
              <a:pathLst>
                <a:path w="702945" h="215900">
                  <a:moveTo>
                    <a:pt x="0" y="0"/>
                  </a:moveTo>
                  <a:lnTo>
                    <a:pt x="0" y="215900"/>
                  </a:lnTo>
                </a:path>
                <a:path w="702945" h="215900">
                  <a:moveTo>
                    <a:pt x="175387" y="0"/>
                  </a:moveTo>
                  <a:lnTo>
                    <a:pt x="175387" y="215900"/>
                  </a:lnTo>
                </a:path>
                <a:path w="702945" h="215900">
                  <a:moveTo>
                    <a:pt x="352043" y="0"/>
                  </a:moveTo>
                  <a:lnTo>
                    <a:pt x="352043" y="215900"/>
                  </a:lnTo>
                </a:path>
                <a:path w="702945" h="215900">
                  <a:moveTo>
                    <a:pt x="526160" y="0"/>
                  </a:moveTo>
                  <a:lnTo>
                    <a:pt x="526160" y="215900"/>
                  </a:lnTo>
                </a:path>
                <a:path w="702945" h="215900">
                  <a:moveTo>
                    <a:pt x="702945" y="0"/>
                  </a:moveTo>
                  <a:lnTo>
                    <a:pt x="702945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30"/>
            <p:cNvSpPr/>
            <p:nvPr/>
          </p:nvSpPr>
          <p:spPr>
            <a:xfrm>
              <a:off x="6713982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31"/>
            <p:cNvSpPr/>
            <p:nvPr/>
          </p:nvSpPr>
          <p:spPr>
            <a:xfrm>
              <a:off x="6713982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32"/>
            <p:cNvSpPr/>
            <p:nvPr/>
          </p:nvSpPr>
          <p:spPr>
            <a:xfrm>
              <a:off x="6889368" y="2349500"/>
              <a:ext cx="702945" cy="215900"/>
            </a:xfrm>
            <a:custGeom>
              <a:avLst/>
              <a:gdLst/>
              <a:ahLst/>
              <a:cxnLst/>
              <a:rect l="l" t="t" r="r" b="b"/>
              <a:pathLst>
                <a:path w="702945" h="215900">
                  <a:moveTo>
                    <a:pt x="0" y="0"/>
                  </a:moveTo>
                  <a:lnTo>
                    <a:pt x="0" y="215900"/>
                  </a:lnTo>
                </a:path>
                <a:path w="702945" h="215900">
                  <a:moveTo>
                    <a:pt x="175386" y="0"/>
                  </a:moveTo>
                  <a:lnTo>
                    <a:pt x="175386" y="215900"/>
                  </a:lnTo>
                </a:path>
                <a:path w="702945" h="215900">
                  <a:moveTo>
                    <a:pt x="352044" y="0"/>
                  </a:moveTo>
                  <a:lnTo>
                    <a:pt x="352044" y="215900"/>
                  </a:lnTo>
                </a:path>
                <a:path w="702945" h="215900">
                  <a:moveTo>
                    <a:pt x="526160" y="0"/>
                  </a:moveTo>
                  <a:lnTo>
                    <a:pt x="526160" y="215900"/>
                  </a:lnTo>
                </a:path>
                <a:path w="702945" h="215900">
                  <a:moveTo>
                    <a:pt x="702945" y="0"/>
                  </a:moveTo>
                  <a:lnTo>
                    <a:pt x="702945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33"/>
            <p:cNvSpPr/>
            <p:nvPr/>
          </p:nvSpPr>
          <p:spPr>
            <a:xfrm>
              <a:off x="7766431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105375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1053757" y="215900"/>
                  </a:lnTo>
                  <a:lnTo>
                    <a:pt x="105375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34"/>
            <p:cNvSpPr/>
            <p:nvPr/>
          </p:nvSpPr>
          <p:spPr>
            <a:xfrm>
              <a:off x="7766431" y="2349500"/>
              <a:ext cx="1054100" cy="215900"/>
            </a:xfrm>
            <a:custGeom>
              <a:avLst/>
              <a:gdLst/>
              <a:ahLst/>
              <a:cxnLst/>
              <a:rect l="l" t="t" r="r" b="b"/>
              <a:pathLst>
                <a:path w="1054100" h="215900">
                  <a:moveTo>
                    <a:pt x="0" y="215900"/>
                  </a:moveTo>
                  <a:lnTo>
                    <a:pt x="1053757" y="215900"/>
                  </a:lnTo>
                  <a:lnTo>
                    <a:pt x="105375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35"/>
            <p:cNvSpPr/>
            <p:nvPr/>
          </p:nvSpPr>
          <p:spPr>
            <a:xfrm>
              <a:off x="611187" y="2349500"/>
              <a:ext cx="8034020" cy="1297305"/>
            </a:xfrm>
            <a:custGeom>
              <a:avLst/>
              <a:gdLst/>
              <a:ahLst/>
              <a:cxnLst/>
              <a:rect l="l" t="t" r="r" b="b"/>
              <a:pathLst>
                <a:path w="8034020" h="1297304">
                  <a:moveTo>
                    <a:pt x="7330630" y="0"/>
                  </a:moveTo>
                  <a:lnTo>
                    <a:pt x="7330630" y="215900"/>
                  </a:lnTo>
                </a:path>
                <a:path w="8034020" h="1297304">
                  <a:moveTo>
                    <a:pt x="7506017" y="0"/>
                  </a:moveTo>
                  <a:lnTo>
                    <a:pt x="7506017" y="215900"/>
                  </a:lnTo>
                </a:path>
                <a:path w="8034020" h="1297304">
                  <a:moveTo>
                    <a:pt x="7682674" y="0"/>
                  </a:moveTo>
                  <a:lnTo>
                    <a:pt x="7682674" y="215900"/>
                  </a:lnTo>
                </a:path>
                <a:path w="8034020" h="1297304">
                  <a:moveTo>
                    <a:pt x="7856791" y="0"/>
                  </a:moveTo>
                  <a:lnTo>
                    <a:pt x="7856791" y="215900"/>
                  </a:lnTo>
                </a:path>
                <a:path w="8034020" h="1297304">
                  <a:moveTo>
                    <a:pt x="8033575" y="0"/>
                  </a:moveTo>
                  <a:lnTo>
                    <a:pt x="8033575" y="215900"/>
                  </a:lnTo>
                </a:path>
                <a:path w="8034020" h="1297304">
                  <a:moveTo>
                    <a:pt x="0" y="215900"/>
                  </a:moveTo>
                  <a:lnTo>
                    <a:pt x="0" y="1297051"/>
                  </a:lnTo>
                </a:path>
                <a:path w="8034020" h="1297304">
                  <a:moveTo>
                    <a:pt x="215900" y="215900"/>
                  </a:moveTo>
                  <a:lnTo>
                    <a:pt x="215900" y="1297051"/>
                  </a:lnTo>
                </a:path>
                <a:path w="8034020" h="1297304">
                  <a:moveTo>
                    <a:pt x="360362" y="215900"/>
                  </a:moveTo>
                  <a:lnTo>
                    <a:pt x="360362" y="1297051"/>
                  </a:lnTo>
                </a:path>
                <a:path w="8034020" h="1297304">
                  <a:moveTo>
                    <a:pt x="576262" y="215900"/>
                  </a:moveTo>
                  <a:lnTo>
                    <a:pt x="576262" y="1297051"/>
                  </a:lnTo>
                </a:path>
                <a:path w="8034020" h="1297304">
                  <a:moveTo>
                    <a:pt x="1081087" y="215900"/>
                  </a:moveTo>
                  <a:lnTo>
                    <a:pt x="1081087" y="1297051"/>
                  </a:lnTo>
                </a:path>
                <a:path w="8034020" h="1297304">
                  <a:moveTo>
                    <a:pt x="1223962" y="215900"/>
                  </a:moveTo>
                  <a:lnTo>
                    <a:pt x="1223962" y="1297051"/>
                  </a:lnTo>
                </a:path>
                <a:path w="8034020" h="1297304">
                  <a:moveTo>
                    <a:pt x="1439862" y="215900"/>
                  </a:moveTo>
                  <a:lnTo>
                    <a:pt x="1439862" y="1297051"/>
                  </a:lnTo>
                </a:path>
                <a:path w="8034020" h="1297304">
                  <a:moveTo>
                    <a:pt x="1584388" y="215900"/>
                  </a:moveTo>
                  <a:lnTo>
                    <a:pt x="1584388" y="1297051"/>
                  </a:lnTo>
                </a:path>
                <a:path w="8034020" h="1297304">
                  <a:moveTo>
                    <a:pt x="2162238" y="215900"/>
                  </a:moveTo>
                  <a:lnTo>
                    <a:pt x="2162238" y="1297051"/>
                  </a:lnTo>
                </a:path>
                <a:path w="8034020" h="1297304">
                  <a:moveTo>
                    <a:pt x="2305113" y="215900"/>
                  </a:moveTo>
                  <a:lnTo>
                    <a:pt x="2305113" y="1297051"/>
                  </a:lnTo>
                </a:path>
                <a:path w="8034020" h="1297304">
                  <a:moveTo>
                    <a:pt x="2521013" y="215900"/>
                  </a:moveTo>
                  <a:lnTo>
                    <a:pt x="2521013" y="1297051"/>
                  </a:lnTo>
                </a:path>
                <a:path w="8034020" h="1297304">
                  <a:moveTo>
                    <a:pt x="2665412" y="215900"/>
                  </a:moveTo>
                  <a:lnTo>
                    <a:pt x="2665412" y="1297051"/>
                  </a:lnTo>
                </a:path>
                <a:path w="8034020" h="1297304">
                  <a:moveTo>
                    <a:pt x="3170237" y="215900"/>
                  </a:moveTo>
                  <a:lnTo>
                    <a:pt x="3170237" y="1297051"/>
                  </a:lnTo>
                </a:path>
                <a:path w="8034020" h="1297304">
                  <a:moveTo>
                    <a:pt x="3313112" y="215900"/>
                  </a:moveTo>
                  <a:lnTo>
                    <a:pt x="3313112" y="1297051"/>
                  </a:lnTo>
                </a:path>
                <a:path w="8034020" h="1297304">
                  <a:moveTo>
                    <a:pt x="3529012" y="215900"/>
                  </a:moveTo>
                  <a:lnTo>
                    <a:pt x="3529012" y="1297051"/>
                  </a:lnTo>
                </a:path>
                <a:path w="8034020" h="1297304">
                  <a:moveTo>
                    <a:pt x="3673538" y="215900"/>
                  </a:moveTo>
                  <a:lnTo>
                    <a:pt x="3673538" y="1297051"/>
                  </a:lnTo>
                </a:path>
                <a:path w="8034020" h="1297304">
                  <a:moveTo>
                    <a:pt x="4249737" y="215900"/>
                  </a:moveTo>
                  <a:lnTo>
                    <a:pt x="4249737" y="1297051"/>
                  </a:lnTo>
                </a:path>
                <a:path w="8034020" h="1297304">
                  <a:moveTo>
                    <a:pt x="4392612" y="215900"/>
                  </a:moveTo>
                  <a:lnTo>
                    <a:pt x="4392612" y="1297051"/>
                  </a:lnTo>
                </a:path>
                <a:path w="8034020" h="1297304">
                  <a:moveTo>
                    <a:pt x="4608512" y="215900"/>
                  </a:moveTo>
                  <a:lnTo>
                    <a:pt x="4608512" y="1297051"/>
                  </a:lnTo>
                </a:path>
                <a:path w="8034020" h="1297304">
                  <a:moveTo>
                    <a:pt x="4753038" y="215900"/>
                  </a:moveTo>
                  <a:lnTo>
                    <a:pt x="4753038" y="1297051"/>
                  </a:lnTo>
                </a:path>
                <a:path w="8034020" h="1297304">
                  <a:moveTo>
                    <a:pt x="5257863" y="215900"/>
                  </a:moveTo>
                  <a:lnTo>
                    <a:pt x="5257863" y="1297051"/>
                  </a:lnTo>
                </a:path>
                <a:path w="8034020" h="1297304">
                  <a:moveTo>
                    <a:pt x="5400738" y="215900"/>
                  </a:moveTo>
                  <a:lnTo>
                    <a:pt x="5400738" y="1297051"/>
                  </a:lnTo>
                </a:path>
                <a:path w="8034020" h="1297304">
                  <a:moveTo>
                    <a:pt x="5616638" y="215900"/>
                  </a:moveTo>
                  <a:lnTo>
                    <a:pt x="5616638" y="1297051"/>
                  </a:lnTo>
                </a:path>
                <a:path w="8034020" h="1297304">
                  <a:moveTo>
                    <a:pt x="5761037" y="215900"/>
                  </a:moveTo>
                  <a:lnTo>
                    <a:pt x="5761037" y="1297051"/>
                  </a:lnTo>
                </a:path>
                <a:path w="8034020" h="1297304">
                  <a:moveTo>
                    <a:pt x="6337363" y="215900"/>
                  </a:moveTo>
                  <a:lnTo>
                    <a:pt x="6337363" y="1297051"/>
                  </a:lnTo>
                </a:path>
                <a:path w="8034020" h="1297304">
                  <a:moveTo>
                    <a:pt x="6480238" y="215900"/>
                  </a:moveTo>
                  <a:lnTo>
                    <a:pt x="6480238" y="1297051"/>
                  </a:lnTo>
                </a:path>
                <a:path w="8034020" h="1297304">
                  <a:moveTo>
                    <a:pt x="6696138" y="215900"/>
                  </a:moveTo>
                  <a:lnTo>
                    <a:pt x="6696138" y="1297051"/>
                  </a:lnTo>
                </a:path>
                <a:path w="8034020" h="1297304">
                  <a:moveTo>
                    <a:pt x="6840537" y="215900"/>
                  </a:moveTo>
                  <a:lnTo>
                    <a:pt x="6840537" y="1297051"/>
                  </a:lnTo>
                </a:path>
                <a:path w="8034020" h="1297304">
                  <a:moveTo>
                    <a:pt x="7418387" y="215900"/>
                  </a:moveTo>
                  <a:lnTo>
                    <a:pt x="7418387" y="1297051"/>
                  </a:lnTo>
                </a:path>
                <a:path w="8034020" h="1297304">
                  <a:moveTo>
                    <a:pt x="7561262" y="215900"/>
                  </a:moveTo>
                  <a:lnTo>
                    <a:pt x="7561262" y="1297051"/>
                  </a:lnTo>
                </a:path>
                <a:path w="8034020" h="1297304">
                  <a:moveTo>
                    <a:pt x="7777162" y="215900"/>
                  </a:moveTo>
                  <a:lnTo>
                    <a:pt x="7777162" y="1297051"/>
                  </a:lnTo>
                </a:path>
                <a:path w="8034020" h="1297304">
                  <a:moveTo>
                    <a:pt x="7921688" y="215900"/>
                  </a:moveTo>
                  <a:lnTo>
                    <a:pt x="7921688" y="129705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36"/>
            <p:cNvSpPr/>
            <p:nvPr/>
          </p:nvSpPr>
          <p:spPr>
            <a:xfrm>
              <a:off x="512762" y="5157851"/>
              <a:ext cx="720725" cy="215900"/>
            </a:xfrm>
            <a:custGeom>
              <a:avLst/>
              <a:gdLst/>
              <a:ahLst/>
              <a:cxnLst/>
              <a:rect l="l" t="t" r="r" b="b"/>
              <a:pathLst>
                <a:path w="720725" h="215900">
                  <a:moveTo>
                    <a:pt x="720725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720725" y="215900"/>
                  </a:lnTo>
                  <a:lnTo>
                    <a:pt x="720725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37"/>
            <p:cNvSpPr/>
            <p:nvPr/>
          </p:nvSpPr>
          <p:spPr>
            <a:xfrm>
              <a:off x="512762" y="5157851"/>
              <a:ext cx="720725" cy="215900"/>
            </a:xfrm>
            <a:custGeom>
              <a:avLst/>
              <a:gdLst/>
              <a:ahLst/>
              <a:cxnLst/>
              <a:rect l="l" t="t" r="r" b="b"/>
              <a:pathLst>
                <a:path w="720725" h="215900">
                  <a:moveTo>
                    <a:pt x="0" y="215900"/>
                  </a:moveTo>
                  <a:lnTo>
                    <a:pt x="720725" y="215900"/>
                  </a:lnTo>
                  <a:lnTo>
                    <a:pt x="720725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38"/>
            <p:cNvSpPr/>
            <p:nvPr/>
          </p:nvSpPr>
          <p:spPr>
            <a:xfrm>
              <a:off x="539750" y="4076700"/>
              <a:ext cx="576580" cy="1297305"/>
            </a:xfrm>
            <a:custGeom>
              <a:avLst/>
              <a:gdLst/>
              <a:ahLst/>
              <a:cxnLst/>
              <a:rect l="l" t="t" r="r" b="b"/>
              <a:pathLst>
                <a:path w="576580" h="1297304">
                  <a:moveTo>
                    <a:pt x="149225" y="1081024"/>
                  </a:moveTo>
                  <a:lnTo>
                    <a:pt x="149225" y="1297051"/>
                  </a:lnTo>
                </a:path>
                <a:path w="576580" h="1297304">
                  <a:moveTo>
                    <a:pt x="323850" y="1081024"/>
                  </a:moveTo>
                  <a:lnTo>
                    <a:pt x="323850" y="1297051"/>
                  </a:lnTo>
                </a:path>
                <a:path w="576580" h="1297304">
                  <a:moveTo>
                    <a:pt x="500062" y="1081024"/>
                  </a:moveTo>
                  <a:lnTo>
                    <a:pt x="500062" y="1297051"/>
                  </a:lnTo>
                </a:path>
                <a:path w="576580" h="1297304">
                  <a:moveTo>
                    <a:pt x="0" y="0"/>
                  </a:moveTo>
                  <a:lnTo>
                    <a:pt x="0" y="1081024"/>
                  </a:lnTo>
                </a:path>
                <a:path w="576580" h="1297304">
                  <a:moveTo>
                    <a:pt x="215900" y="0"/>
                  </a:moveTo>
                  <a:lnTo>
                    <a:pt x="215900" y="1081024"/>
                  </a:lnTo>
                </a:path>
                <a:path w="576580" h="1297304">
                  <a:moveTo>
                    <a:pt x="360362" y="0"/>
                  </a:moveTo>
                  <a:lnTo>
                    <a:pt x="360362" y="1081024"/>
                  </a:lnTo>
                </a:path>
                <a:path w="576580" h="1297304">
                  <a:moveTo>
                    <a:pt x="576262" y="0"/>
                  </a:moveTo>
                  <a:lnTo>
                    <a:pt x="576262" y="10810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39"/>
            <p:cNvSpPr/>
            <p:nvPr/>
          </p:nvSpPr>
          <p:spPr>
            <a:xfrm>
              <a:off x="323850" y="3644900"/>
              <a:ext cx="1079500" cy="431800"/>
            </a:xfrm>
            <a:custGeom>
              <a:avLst/>
              <a:gdLst/>
              <a:ahLst/>
              <a:cxnLst/>
              <a:rect l="l" t="t" r="r" b="b"/>
              <a:pathLst>
                <a:path w="1079500" h="431800">
                  <a:moveTo>
                    <a:pt x="10795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1079500" y="431800"/>
                  </a:lnTo>
                  <a:lnTo>
                    <a:pt x="1079500" y="0"/>
                  </a:lnTo>
                  <a:close/>
                </a:path>
              </a:pathLst>
            </a:custGeom>
            <a:solidFill>
              <a:srgbClr val="D260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40"/>
            <p:cNvSpPr/>
            <p:nvPr/>
          </p:nvSpPr>
          <p:spPr>
            <a:xfrm>
              <a:off x="323850" y="3644900"/>
              <a:ext cx="1079500" cy="431800"/>
            </a:xfrm>
            <a:custGeom>
              <a:avLst/>
              <a:gdLst/>
              <a:ahLst/>
              <a:cxnLst/>
              <a:rect l="l" t="t" r="r" b="b"/>
              <a:pathLst>
                <a:path w="1079500" h="431800">
                  <a:moveTo>
                    <a:pt x="0" y="431800"/>
                  </a:moveTo>
                  <a:lnTo>
                    <a:pt x="1079500" y="431800"/>
                  </a:lnTo>
                  <a:lnTo>
                    <a:pt x="1079500" y="0"/>
                  </a:lnTo>
                  <a:lnTo>
                    <a:pt x="0" y="0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41"/>
            <p:cNvSpPr/>
            <p:nvPr/>
          </p:nvSpPr>
          <p:spPr>
            <a:xfrm>
              <a:off x="1566925" y="5157851"/>
              <a:ext cx="675005" cy="215900"/>
            </a:xfrm>
            <a:custGeom>
              <a:avLst/>
              <a:gdLst/>
              <a:ahLst/>
              <a:cxnLst/>
              <a:rect l="l" t="t" r="r" b="b"/>
              <a:pathLst>
                <a:path w="675005" h="215900">
                  <a:moveTo>
                    <a:pt x="67468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674687" y="215900"/>
                  </a:lnTo>
                  <a:lnTo>
                    <a:pt x="67468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42"/>
            <p:cNvSpPr/>
            <p:nvPr/>
          </p:nvSpPr>
          <p:spPr>
            <a:xfrm>
              <a:off x="1566925" y="5157851"/>
              <a:ext cx="675005" cy="215900"/>
            </a:xfrm>
            <a:custGeom>
              <a:avLst/>
              <a:gdLst/>
              <a:ahLst/>
              <a:cxnLst/>
              <a:rect l="l" t="t" r="r" b="b"/>
              <a:pathLst>
                <a:path w="675005" h="215900">
                  <a:moveTo>
                    <a:pt x="0" y="215900"/>
                  </a:moveTo>
                  <a:lnTo>
                    <a:pt x="674687" y="215900"/>
                  </a:lnTo>
                  <a:lnTo>
                    <a:pt x="67468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43"/>
            <p:cNvSpPr/>
            <p:nvPr/>
          </p:nvSpPr>
          <p:spPr>
            <a:xfrm>
              <a:off x="1620900" y="4076700"/>
              <a:ext cx="503555" cy="1297305"/>
            </a:xfrm>
            <a:custGeom>
              <a:avLst/>
              <a:gdLst/>
              <a:ahLst/>
              <a:cxnLst/>
              <a:rect l="l" t="t" r="r" b="b"/>
              <a:pathLst>
                <a:path w="503555" h="1297304">
                  <a:moveTo>
                    <a:pt x="122174" y="1081024"/>
                  </a:moveTo>
                  <a:lnTo>
                    <a:pt x="122174" y="1297051"/>
                  </a:lnTo>
                </a:path>
                <a:path w="503555" h="1297304">
                  <a:moveTo>
                    <a:pt x="296799" y="1081024"/>
                  </a:moveTo>
                  <a:lnTo>
                    <a:pt x="296799" y="1297051"/>
                  </a:lnTo>
                </a:path>
                <a:path w="503555" h="1297304">
                  <a:moveTo>
                    <a:pt x="473075" y="1081024"/>
                  </a:moveTo>
                  <a:lnTo>
                    <a:pt x="473075" y="1297051"/>
                  </a:lnTo>
                </a:path>
                <a:path w="503555" h="1297304">
                  <a:moveTo>
                    <a:pt x="0" y="0"/>
                  </a:moveTo>
                  <a:lnTo>
                    <a:pt x="0" y="1081024"/>
                  </a:lnTo>
                </a:path>
                <a:path w="503555" h="1297304">
                  <a:moveTo>
                    <a:pt x="142875" y="0"/>
                  </a:moveTo>
                  <a:lnTo>
                    <a:pt x="142875" y="1081024"/>
                  </a:lnTo>
                </a:path>
                <a:path w="503555" h="1297304">
                  <a:moveTo>
                    <a:pt x="358775" y="0"/>
                  </a:moveTo>
                  <a:lnTo>
                    <a:pt x="358775" y="1081024"/>
                  </a:lnTo>
                </a:path>
                <a:path w="503555" h="1297304">
                  <a:moveTo>
                    <a:pt x="503174" y="0"/>
                  </a:moveTo>
                  <a:lnTo>
                    <a:pt x="503174" y="10810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44"/>
            <p:cNvSpPr/>
            <p:nvPr/>
          </p:nvSpPr>
          <p:spPr>
            <a:xfrm>
              <a:off x="2619375" y="5157851"/>
              <a:ext cx="701675" cy="215900"/>
            </a:xfrm>
            <a:custGeom>
              <a:avLst/>
              <a:gdLst/>
              <a:ahLst/>
              <a:cxnLst/>
              <a:rect l="l" t="t" r="r" b="b"/>
              <a:pathLst>
                <a:path w="701675" h="215900">
                  <a:moveTo>
                    <a:pt x="701675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701675" y="215900"/>
                  </a:lnTo>
                  <a:lnTo>
                    <a:pt x="701675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45"/>
            <p:cNvSpPr/>
            <p:nvPr/>
          </p:nvSpPr>
          <p:spPr>
            <a:xfrm>
              <a:off x="2619375" y="5157851"/>
              <a:ext cx="701675" cy="215900"/>
            </a:xfrm>
            <a:custGeom>
              <a:avLst/>
              <a:gdLst/>
              <a:ahLst/>
              <a:cxnLst/>
              <a:rect l="l" t="t" r="r" b="b"/>
              <a:pathLst>
                <a:path w="701675" h="215900">
                  <a:moveTo>
                    <a:pt x="0" y="215900"/>
                  </a:moveTo>
                  <a:lnTo>
                    <a:pt x="701675" y="215900"/>
                  </a:lnTo>
                  <a:lnTo>
                    <a:pt x="701675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46"/>
            <p:cNvSpPr/>
            <p:nvPr/>
          </p:nvSpPr>
          <p:spPr>
            <a:xfrm>
              <a:off x="2701925" y="4076700"/>
              <a:ext cx="503555" cy="1297305"/>
            </a:xfrm>
            <a:custGeom>
              <a:avLst/>
              <a:gdLst/>
              <a:ahLst/>
              <a:cxnLst/>
              <a:rect l="l" t="t" r="r" b="b"/>
              <a:pathLst>
                <a:path w="503555" h="1297304">
                  <a:moveTo>
                    <a:pt x="93725" y="1081024"/>
                  </a:moveTo>
                  <a:lnTo>
                    <a:pt x="93725" y="1297051"/>
                  </a:lnTo>
                </a:path>
                <a:path w="503555" h="1297304">
                  <a:moveTo>
                    <a:pt x="268350" y="1081024"/>
                  </a:moveTo>
                  <a:lnTo>
                    <a:pt x="268350" y="1297051"/>
                  </a:lnTo>
                </a:path>
                <a:path w="503555" h="1297304">
                  <a:moveTo>
                    <a:pt x="444500" y="1081024"/>
                  </a:moveTo>
                  <a:lnTo>
                    <a:pt x="444500" y="1297051"/>
                  </a:lnTo>
                </a:path>
                <a:path w="503555" h="1297304">
                  <a:moveTo>
                    <a:pt x="0" y="0"/>
                  </a:moveTo>
                  <a:lnTo>
                    <a:pt x="0" y="1081024"/>
                  </a:lnTo>
                </a:path>
                <a:path w="503555" h="1297304">
                  <a:moveTo>
                    <a:pt x="142875" y="0"/>
                  </a:moveTo>
                  <a:lnTo>
                    <a:pt x="142875" y="1081024"/>
                  </a:lnTo>
                </a:path>
                <a:path w="503555" h="1297304">
                  <a:moveTo>
                    <a:pt x="358775" y="0"/>
                  </a:moveTo>
                  <a:lnTo>
                    <a:pt x="358775" y="1081024"/>
                  </a:lnTo>
                </a:path>
                <a:path w="503555" h="1297304">
                  <a:moveTo>
                    <a:pt x="503300" y="0"/>
                  </a:moveTo>
                  <a:lnTo>
                    <a:pt x="503300" y="10810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47"/>
            <p:cNvSpPr/>
            <p:nvPr/>
          </p:nvSpPr>
          <p:spPr>
            <a:xfrm>
              <a:off x="3635375" y="5157851"/>
              <a:ext cx="728980" cy="215900"/>
            </a:xfrm>
            <a:custGeom>
              <a:avLst/>
              <a:gdLst/>
              <a:ahLst/>
              <a:cxnLst/>
              <a:rect l="l" t="t" r="r" b="b"/>
              <a:pathLst>
                <a:path w="728979" h="215900">
                  <a:moveTo>
                    <a:pt x="728662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728662" y="215900"/>
                  </a:lnTo>
                  <a:lnTo>
                    <a:pt x="728662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48"/>
            <p:cNvSpPr/>
            <p:nvPr/>
          </p:nvSpPr>
          <p:spPr>
            <a:xfrm>
              <a:off x="3635375" y="5157851"/>
              <a:ext cx="728980" cy="215900"/>
            </a:xfrm>
            <a:custGeom>
              <a:avLst/>
              <a:gdLst/>
              <a:ahLst/>
              <a:cxnLst/>
              <a:rect l="l" t="t" r="r" b="b"/>
              <a:pathLst>
                <a:path w="728979" h="215900">
                  <a:moveTo>
                    <a:pt x="0" y="215900"/>
                  </a:moveTo>
                  <a:lnTo>
                    <a:pt x="728662" y="215900"/>
                  </a:lnTo>
                  <a:lnTo>
                    <a:pt x="728662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49"/>
            <p:cNvSpPr/>
            <p:nvPr/>
          </p:nvSpPr>
          <p:spPr>
            <a:xfrm>
              <a:off x="3710051" y="4076700"/>
              <a:ext cx="503555" cy="1297305"/>
            </a:xfrm>
            <a:custGeom>
              <a:avLst/>
              <a:gdLst/>
              <a:ahLst/>
              <a:cxnLst/>
              <a:rect l="l" t="t" r="r" b="b"/>
              <a:pathLst>
                <a:path w="503554" h="1297304">
                  <a:moveTo>
                    <a:pt x="138049" y="1081024"/>
                  </a:moveTo>
                  <a:lnTo>
                    <a:pt x="138049" y="1297051"/>
                  </a:lnTo>
                </a:path>
                <a:path w="503554" h="1297304">
                  <a:moveTo>
                    <a:pt x="314325" y="1081024"/>
                  </a:moveTo>
                  <a:lnTo>
                    <a:pt x="314325" y="1297051"/>
                  </a:lnTo>
                </a:path>
                <a:path w="503554" h="1297304">
                  <a:moveTo>
                    <a:pt x="490474" y="1081024"/>
                  </a:moveTo>
                  <a:lnTo>
                    <a:pt x="490474" y="1297051"/>
                  </a:lnTo>
                </a:path>
                <a:path w="503554" h="1297304">
                  <a:moveTo>
                    <a:pt x="0" y="0"/>
                  </a:moveTo>
                  <a:lnTo>
                    <a:pt x="0" y="1081024"/>
                  </a:lnTo>
                </a:path>
                <a:path w="503554" h="1297304">
                  <a:moveTo>
                    <a:pt x="142875" y="0"/>
                  </a:moveTo>
                  <a:lnTo>
                    <a:pt x="142875" y="1081024"/>
                  </a:lnTo>
                </a:path>
                <a:path w="503554" h="1297304">
                  <a:moveTo>
                    <a:pt x="358775" y="0"/>
                  </a:moveTo>
                  <a:lnTo>
                    <a:pt x="358775" y="1081024"/>
                  </a:lnTo>
                </a:path>
                <a:path w="503554" h="1297304">
                  <a:moveTo>
                    <a:pt x="503174" y="0"/>
                  </a:moveTo>
                  <a:lnTo>
                    <a:pt x="503174" y="10810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50"/>
            <p:cNvSpPr/>
            <p:nvPr/>
          </p:nvSpPr>
          <p:spPr>
            <a:xfrm>
              <a:off x="4726051" y="5157851"/>
              <a:ext cx="755650" cy="215900"/>
            </a:xfrm>
            <a:custGeom>
              <a:avLst/>
              <a:gdLst/>
              <a:ahLst/>
              <a:cxnLst/>
              <a:rect l="l" t="t" r="r" b="b"/>
              <a:pathLst>
                <a:path w="755650" h="215900">
                  <a:moveTo>
                    <a:pt x="755650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755650" y="215900"/>
                  </a:lnTo>
                  <a:lnTo>
                    <a:pt x="75565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51"/>
            <p:cNvSpPr/>
            <p:nvPr/>
          </p:nvSpPr>
          <p:spPr>
            <a:xfrm>
              <a:off x="4726051" y="5157851"/>
              <a:ext cx="755650" cy="215900"/>
            </a:xfrm>
            <a:custGeom>
              <a:avLst/>
              <a:gdLst/>
              <a:ahLst/>
              <a:cxnLst/>
              <a:rect l="l" t="t" r="r" b="b"/>
              <a:pathLst>
                <a:path w="755650" h="215900">
                  <a:moveTo>
                    <a:pt x="0" y="215900"/>
                  </a:moveTo>
                  <a:lnTo>
                    <a:pt x="755650" y="215900"/>
                  </a:lnTo>
                  <a:lnTo>
                    <a:pt x="755650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52"/>
            <p:cNvSpPr/>
            <p:nvPr/>
          </p:nvSpPr>
          <p:spPr>
            <a:xfrm>
              <a:off x="4789551" y="4076700"/>
              <a:ext cx="503555" cy="1297305"/>
            </a:xfrm>
            <a:custGeom>
              <a:avLst/>
              <a:gdLst/>
              <a:ahLst/>
              <a:cxnLst/>
              <a:rect l="l" t="t" r="r" b="b"/>
              <a:pathLst>
                <a:path w="503554" h="1297304">
                  <a:moveTo>
                    <a:pt x="111125" y="1081024"/>
                  </a:moveTo>
                  <a:lnTo>
                    <a:pt x="111125" y="1297051"/>
                  </a:lnTo>
                </a:path>
                <a:path w="503554" h="1297304">
                  <a:moveTo>
                    <a:pt x="287274" y="1081024"/>
                  </a:moveTo>
                  <a:lnTo>
                    <a:pt x="287274" y="1297051"/>
                  </a:lnTo>
                </a:path>
                <a:path w="503554" h="1297304">
                  <a:moveTo>
                    <a:pt x="463550" y="1081024"/>
                  </a:moveTo>
                  <a:lnTo>
                    <a:pt x="463550" y="1297051"/>
                  </a:lnTo>
                </a:path>
                <a:path w="503554" h="1297304">
                  <a:moveTo>
                    <a:pt x="0" y="0"/>
                  </a:moveTo>
                  <a:lnTo>
                    <a:pt x="0" y="1081024"/>
                  </a:lnTo>
                </a:path>
                <a:path w="503554" h="1297304">
                  <a:moveTo>
                    <a:pt x="142875" y="0"/>
                  </a:moveTo>
                  <a:lnTo>
                    <a:pt x="142875" y="1081024"/>
                  </a:lnTo>
                </a:path>
                <a:path w="503554" h="1297304">
                  <a:moveTo>
                    <a:pt x="358775" y="0"/>
                  </a:moveTo>
                  <a:lnTo>
                    <a:pt x="358775" y="1081024"/>
                  </a:lnTo>
                </a:path>
                <a:path w="503554" h="1297304">
                  <a:moveTo>
                    <a:pt x="503174" y="0"/>
                  </a:moveTo>
                  <a:lnTo>
                    <a:pt x="503174" y="10810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53"/>
            <p:cNvSpPr/>
            <p:nvPr/>
          </p:nvSpPr>
          <p:spPr>
            <a:xfrm>
              <a:off x="5724525" y="5157851"/>
              <a:ext cx="711200" cy="215900"/>
            </a:xfrm>
            <a:custGeom>
              <a:avLst/>
              <a:gdLst/>
              <a:ahLst/>
              <a:cxnLst/>
              <a:rect l="l" t="t" r="r" b="b"/>
              <a:pathLst>
                <a:path w="711200" h="215900">
                  <a:moveTo>
                    <a:pt x="711200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711200" y="215900"/>
                  </a:lnTo>
                  <a:lnTo>
                    <a:pt x="71120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54"/>
            <p:cNvSpPr/>
            <p:nvPr/>
          </p:nvSpPr>
          <p:spPr>
            <a:xfrm>
              <a:off x="5724525" y="5157851"/>
              <a:ext cx="711200" cy="215900"/>
            </a:xfrm>
            <a:custGeom>
              <a:avLst/>
              <a:gdLst/>
              <a:ahLst/>
              <a:cxnLst/>
              <a:rect l="l" t="t" r="r" b="b"/>
              <a:pathLst>
                <a:path w="711200" h="215900">
                  <a:moveTo>
                    <a:pt x="0" y="215900"/>
                  </a:moveTo>
                  <a:lnTo>
                    <a:pt x="711200" y="215900"/>
                  </a:lnTo>
                  <a:lnTo>
                    <a:pt x="711200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55"/>
            <p:cNvSpPr/>
            <p:nvPr/>
          </p:nvSpPr>
          <p:spPr>
            <a:xfrm>
              <a:off x="5797550" y="4076700"/>
              <a:ext cx="508000" cy="1297305"/>
            </a:xfrm>
            <a:custGeom>
              <a:avLst/>
              <a:gdLst/>
              <a:ahLst/>
              <a:cxnLst/>
              <a:rect l="l" t="t" r="r" b="b"/>
              <a:pathLst>
                <a:path w="508000" h="1297304">
                  <a:moveTo>
                    <a:pt x="157225" y="1081024"/>
                  </a:moveTo>
                  <a:lnTo>
                    <a:pt x="157225" y="1297051"/>
                  </a:lnTo>
                </a:path>
                <a:path w="508000" h="1297304">
                  <a:moveTo>
                    <a:pt x="331850" y="1081024"/>
                  </a:moveTo>
                  <a:lnTo>
                    <a:pt x="331850" y="1297051"/>
                  </a:lnTo>
                </a:path>
                <a:path w="508000" h="1297304">
                  <a:moveTo>
                    <a:pt x="508000" y="1081024"/>
                  </a:moveTo>
                  <a:lnTo>
                    <a:pt x="508000" y="1297051"/>
                  </a:lnTo>
                </a:path>
                <a:path w="508000" h="1297304">
                  <a:moveTo>
                    <a:pt x="0" y="0"/>
                  </a:moveTo>
                  <a:lnTo>
                    <a:pt x="0" y="1081024"/>
                  </a:lnTo>
                </a:path>
                <a:path w="508000" h="1297304">
                  <a:moveTo>
                    <a:pt x="142875" y="0"/>
                  </a:moveTo>
                  <a:lnTo>
                    <a:pt x="142875" y="1081024"/>
                  </a:lnTo>
                </a:path>
                <a:path w="508000" h="1297304">
                  <a:moveTo>
                    <a:pt x="358775" y="0"/>
                  </a:moveTo>
                  <a:lnTo>
                    <a:pt x="358775" y="1081024"/>
                  </a:lnTo>
                </a:path>
                <a:path w="508000" h="1297304">
                  <a:moveTo>
                    <a:pt x="503300" y="0"/>
                  </a:moveTo>
                  <a:lnTo>
                    <a:pt x="503300" y="10810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56"/>
            <p:cNvSpPr/>
            <p:nvPr/>
          </p:nvSpPr>
          <p:spPr>
            <a:xfrm>
              <a:off x="6732651" y="5157851"/>
              <a:ext cx="792480" cy="215900"/>
            </a:xfrm>
            <a:custGeom>
              <a:avLst/>
              <a:gdLst/>
              <a:ahLst/>
              <a:cxnLst/>
              <a:rect l="l" t="t" r="r" b="b"/>
              <a:pathLst>
                <a:path w="792479" h="215900">
                  <a:moveTo>
                    <a:pt x="792162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792162" y="215900"/>
                  </a:lnTo>
                  <a:lnTo>
                    <a:pt x="792162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57"/>
            <p:cNvSpPr/>
            <p:nvPr/>
          </p:nvSpPr>
          <p:spPr>
            <a:xfrm>
              <a:off x="6732651" y="5157851"/>
              <a:ext cx="792480" cy="215900"/>
            </a:xfrm>
            <a:custGeom>
              <a:avLst/>
              <a:gdLst/>
              <a:ahLst/>
              <a:cxnLst/>
              <a:rect l="l" t="t" r="r" b="b"/>
              <a:pathLst>
                <a:path w="792479" h="215900">
                  <a:moveTo>
                    <a:pt x="0" y="215900"/>
                  </a:moveTo>
                  <a:lnTo>
                    <a:pt x="792162" y="215900"/>
                  </a:lnTo>
                  <a:lnTo>
                    <a:pt x="792162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58"/>
            <p:cNvSpPr/>
            <p:nvPr/>
          </p:nvSpPr>
          <p:spPr>
            <a:xfrm>
              <a:off x="6877050" y="4076700"/>
              <a:ext cx="503555" cy="1297305"/>
            </a:xfrm>
            <a:custGeom>
              <a:avLst/>
              <a:gdLst/>
              <a:ahLst/>
              <a:cxnLst/>
              <a:rect l="l" t="t" r="r" b="b"/>
              <a:pathLst>
                <a:path w="503554" h="1297304">
                  <a:moveTo>
                    <a:pt x="71500" y="1081024"/>
                  </a:moveTo>
                  <a:lnTo>
                    <a:pt x="71500" y="1297051"/>
                  </a:lnTo>
                </a:path>
                <a:path w="503554" h="1297304">
                  <a:moveTo>
                    <a:pt x="304800" y="1081024"/>
                  </a:moveTo>
                  <a:lnTo>
                    <a:pt x="304800" y="1297051"/>
                  </a:lnTo>
                </a:path>
                <a:path w="503554" h="1297304">
                  <a:moveTo>
                    <a:pt x="481075" y="1081024"/>
                  </a:moveTo>
                  <a:lnTo>
                    <a:pt x="481075" y="1297051"/>
                  </a:lnTo>
                </a:path>
                <a:path w="503554" h="1297304">
                  <a:moveTo>
                    <a:pt x="0" y="0"/>
                  </a:moveTo>
                  <a:lnTo>
                    <a:pt x="0" y="1081024"/>
                  </a:lnTo>
                </a:path>
                <a:path w="503554" h="1297304">
                  <a:moveTo>
                    <a:pt x="142875" y="0"/>
                  </a:moveTo>
                  <a:lnTo>
                    <a:pt x="142875" y="1081024"/>
                  </a:lnTo>
                </a:path>
                <a:path w="503554" h="1297304">
                  <a:moveTo>
                    <a:pt x="358775" y="0"/>
                  </a:moveTo>
                  <a:lnTo>
                    <a:pt x="358775" y="1081024"/>
                  </a:lnTo>
                </a:path>
                <a:path w="503554" h="1297304">
                  <a:moveTo>
                    <a:pt x="503300" y="0"/>
                  </a:moveTo>
                  <a:lnTo>
                    <a:pt x="503300" y="10810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59"/>
            <p:cNvSpPr/>
            <p:nvPr/>
          </p:nvSpPr>
          <p:spPr>
            <a:xfrm>
              <a:off x="7883525" y="5157851"/>
              <a:ext cx="694055" cy="215900"/>
            </a:xfrm>
            <a:custGeom>
              <a:avLst/>
              <a:gdLst/>
              <a:ahLst/>
              <a:cxnLst/>
              <a:rect l="l" t="t" r="r" b="b"/>
              <a:pathLst>
                <a:path w="694054" h="215900">
                  <a:moveTo>
                    <a:pt x="693737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693737" y="215900"/>
                  </a:lnTo>
                  <a:lnTo>
                    <a:pt x="693737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60"/>
            <p:cNvSpPr/>
            <p:nvPr/>
          </p:nvSpPr>
          <p:spPr>
            <a:xfrm>
              <a:off x="7883525" y="5157851"/>
              <a:ext cx="694055" cy="215900"/>
            </a:xfrm>
            <a:custGeom>
              <a:avLst/>
              <a:gdLst/>
              <a:ahLst/>
              <a:cxnLst/>
              <a:rect l="l" t="t" r="r" b="b"/>
              <a:pathLst>
                <a:path w="694054" h="215900">
                  <a:moveTo>
                    <a:pt x="0" y="215900"/>
                  </a:moveTo>
                  <a:lnTo>
                    <a:pt x="693737" y="215900"/>
                  </a:lnTo>
                  <a:lnTo>
                    <a:pt x="693737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61"/>
            <p:cNvSpPr/>
            <p:nvPr/>
          </p:nvSpPr>
          <p:spPr>
            <a:xfrm>
              <a:off x="7958201" y="4076700"/>
              <a:ext cx="503555" cy="1297305"/>
            </a:xfrm>
            <a:custGeom>
              <a:avLst/>
              <a:gdLst/>
              <a:ahLst/>
              <a:cxnLst/>
              <a:rect l="l" t="t" r="r" b="b"/>
              <a:pathLst>
                <a:path w="503554" h="1297304">
                  <a:moveTo>
                    <a:pt x="101600" y="1081024"/>
                  </a:moveTo>
                  <a:lnTo>
                    <a:pt x="101600" y="1297051"/>
                  </a:lnTo>
                </a:path>
                <a:path w="503554" h="1297304">
                  <a:moveTo>
                    <a:pt x="276225" y="1081024"/>
                  </a:moveTo>
                  <a:lnTo>
                    <a:pt x="276225" y="1297051"/>
                  </a:lnTo>
                </a:path>
                <a:path w="503554" h="1297304">
                  <a:moveTo>
                    <a:pt x="452374" y="1081024"/>
                  </a:moveTo>
                  <a:lnTo>
                    <a:pt x="452374" y="1297051"/>
                  </a:lnTo>
                </a:path>
                <a:path w="503554" h="1297304">
                  <a:moveTo>
                    <a:pt x="0" y="0"/>
                  </a:moveTo>
                  <a:lnTo>
                    <a:pt x="0" y="1081024"/>
                  </a:lnTo>
                </a:path>
                <a:path w="503554" h="1297304">
                  <a:moveTo>
                    <a:pt x="142875" y="0"/>
                  </a:moveTo>
                  <a:lnTo>
                    <a:pt x="142875" y="1081024"/>
                  </a:lnTo>
                </a:path>
                <a:path w="503554" h="1297304">
                  <a:moveTo>
                    <a:pt x="358775" y="0"/>
                  </a:moveTo>
                  <a:lnTo>
                    <a:pt x="358775" y="1081024"/>
                  </a:lnTo>
                </a:path>
                <a:path w="503554" h="1297304">
                  <a:moveTo>
                    <a:pt x="503174" y="0"/>
                  </a:moveTo>
                  <a:lnTo>
                    <a:pt x="503174" y="10810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4" name="object 62"/>
          <p:cNvSpPr txBox="1"/>
          <p:nvPr/>
        </p:nvSpPr>
        <p:spPr>
          <a:xfrm>
            <a:off x="703580" y="3646170"/>
            <a:ext cx="320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S1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35" name="object 63"/>
          <p:cNvGrpSpPr/>
          <p:nvPr/>
        </p:nvGrpSpPr>
        <p:grpSpPr>
          <a:xfrm>
            <a:off x="463550" y="2560637"/>
            <a:ext cx="7426959" cy="1520825"/>
            <a:chOff x="463550" y="2560637"/>
            <a:chExt cx="7426959" cy="1520825"/>
          </a:xfrm>
        </p:grpSpPr>
        <p:sp>
          <p:nvSpPr>
            <p:cNvPr id="236" name="object 64"/>
            <p:cNvSpPr/>
            <p:nvPr/>
          </p:nvSpPr>
          <p:spPr>
            <a:xfrm>
              <a:off x="468312" y="2565400"/>
              <a:ext cx="7417434" cy="1079500"/>
            </a:xfrm>
            <a:custGeom>
              <a:avLst/>
              <a:gdLst/>
              <a:ahLst/>
              <a:cxnLst/>
              <a:rect l="l" t="t" r="r" b="b"/>
              <a:pathLst>
                <a:path w="7417434" h="1079500">
                  <a:moveTo>
                    <a:pt x="0" y="0"/>
                  </a:moveTo>
                  <a:lnTo>
                    <a:pt x="0" y="1079500"/>
                  </a:lnTo>
                </a:path>
                <a:path w="7417434" h="1079500">
                  <a:moveTo>
                    <a:pt x="863663" y="0"/>
                  </a:moveTo>
                  <a:lnTo>
                    <a:pt x="863663" y="1079500"/>
                  </a:lnTo>
                </a:path>
                <a:path w="7417434" h="1079500">
                  <a:moveTo>
                    <a:pt x="1079563" y="0"/>
                  </a:moveTo>
                  <a:lnTo>
                    <a:pt x="1079563" y="1079500"/>
                  </a:lnTo>
                </a:path>
                <a:path w="7417434" h="1079500">
                  <a:moveTo>
                    <a:pt x="1943163" y="0"/>
                  </a:moveTo>
                  <a:lnTo>
                    <a:pt x="1943163" y="1079500"/>
                  </a:lnTo>
                </a:path>
                <a:path w="7417434" h="1079500">
                  <a:moveTo>
                    <a:pt x="2087562" y="0"/>
                  </a:moveTo>
                  <a:lnTo>
                    <a:pt x="2087562" y="1079500"/>
                  </a:lnTo>
                </a:path>
                <a:path w="7417434" h="1079500">
                  <a:moveTo>
                    <a:pt x="3022663" y="0"/>
                  </a:moveTo>
                  <a:lnTo>
                    <a:pt x="3022663" y="1079500"/>
                  </a:lnTo>
                </a:path>
                <a:path w="7417434" h="1079500">
                  <a:moveTo>
                    <a:pt x="3167062" y="0"/>
                  </a:moveTo>
                  <a:lnTo>
                    <a:pt x="3167062" y="1079500"/>
                  </a:lnTo>
                </a:path>
                <a:path w="7417434" h="1079500">
                  <a:moveTo>
                    <a:pt x="4030662" y="0"/>
                  </a:moveTo>
                  <a:lnTo>
                    <a:pt x="4030662" y="1079500"/>
                  </a:lnTo>
                </a:path>
                <a:path w="7417434" h="1079500">
                  <a:moveTo>
                    <a:pt x="4248213" y="0"/>
                  </a:moveTo>
                  <a:lnTo>
                    <a:pt x="4248213" y="1079500"/>
                  </a:lnTo>
                </a:path>
                <a:path w="7417434" h="1079500">
                  <a:moveTo>
                    <a:pt x="5111813" y="0"/>
                  </a:moveTo>
                  <a:lnTo>
                    <a:pt x="5111813" y="1079500"/>
                  </a:lnTo>
                </a:path>
                <a:path w="7417434" h="1079500">
                  <a:moveTo>
                    <a:pt x="5256212" y="0"/>
                  </a:moveTo>
                  <a:lnTo>
                    <a:pt x="5256212" y="1079500"/>
                  </a:lnTo>
                </a:path>
                <a:path w="7417434" h="1079500">
                  <a:moveTo>
                    <a:pt x="6119812" y="0"/>
                  </a:moveTo>
                  <a:lnTo>
                    <a:pt x="6119812" y="1079500"/>
                  </a:lnTo>
                </a:path>
                <a:path w="7417434" h="1079500">
                  <a:moveTo>
                    <a:pt x="6335712" y="0"/>
                  </a:moveTo>
                  <a:lnTo>
                    <a:pt x="6335712" y="1079500"/>
                  </a:lnTo>
                </a:path>
                <a:path w="7417434" h="1079500">
                  <a:moveTo>
                    <a:pt x="7272337" y="0"/>
                  </a:moveTo>
                  <a:lnTo>
                    <a:pt x="7272337" y="1079500"/>
                  </a:lnTo>
                </a:path>
                <a:path w="7417434" h="1079500">
                  <a:moveTo>
                    <a:pt x="7416863" y="0"/>
                  </a:moveTo>
                  <a:lnTo>
                    <a:pt x="7416863" y="10795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65"/>
            <p:cNvSpPr/>
            <p:nvPr/>
          </p:nvSpPr>
          <p:spPr>
            <a:xfrm>
              <a:off x="1403350" y="3644900"/>
              <a:ext cx="1079500" cy="431800"/>
            </a:xfrm>
            <a:custGeom>
              <a:avLst/>
              <a:gdLst/>
              <a:ahLst/>
              <a:cxnLst/>
              <a:rect l="l" t="t" r="r" b="b"/>
              <a:pathLst>
                <a:path w="1079500" h="431800">
                  <a:moveTo>
                    <a:pt x="10795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1079500" y="431800"/>
                  </a:lnTo>
                  <a:lnTo>
                    <a:pt x="1079500" y="0"/>
                  </a:lnTo>
                  <a:close/>
                </a:path>
              </a:pathLst>
            </a:custGeom>
            <a:solidFill>
              <a:srgbClr val="D260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66"/>
            <p:cNvSpPr/>
            <p:nvPr/>
          </p:nvSpPr>
          <p:spPr>
            <a:xfrm>
              <a:off x="1403350" y="3644900"/>
              <a:ext cx="1079500" cy="431800"/>
            </a:xfrm>
            <a:custGeom>
              <a:avLst/>
              <a:gdLst/>
              <a:ahLst/>
              <a:cxnLst/>
              <a:rect l="l" t="t" r="r" b="b"/>
              <a:pathLst>
                <a:path w="1079500" h="431800">
                  <a:moveTo>
                    <a:pt x="0" y="431800"/>
                  </a:moveTo>
                  <a:lnTo>
                    <a:pt x="1079500" y="431800"/>
                  </a:lnTo>
                  <a:lnTo>
                    <a:pt x="1079500" y="0"/>
                  </a:lnTo>
                  <a:lnTo>
                    <a:pt x="0" y="0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9" name="object 67"/>
          <p:cNvSpPr txBox="1"/>
          <p:nvPr/>
        </p:nvSpPr>
        <p:spPr>
          <a:xfrm>
            <a:off x="1783207" y="3646170"/>
            <a:ext cx="320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40" name="object 68"/>
          <p:cNvGrpSpPr/>
          <p:nvPr/>
        </p:nvGrpSpPr>
        <p:grpSpPr>
          <a:xfrm>
            <a:off x="2479738" y="3640137"/>
            <a:ext cx="1089025" cy="441325"/>
            <a:chOff x="2479738" y="3640137"/>
            <a:chExt cx="1089025" cy="441325"/>
          </a:xfrm>
        </p:grpSpPr>
        <p:sp>
          <p:nvSpPr>
            <p:cNvPr id="241" name="object 69"/>
            <p:cNvSpPr/>
            <p:nvPr/>
          </p:nvSpPr>
          <p:spPr>
            <a:xfrm>
              <a:off x="2484501" y="3644900"/>
              <a:ext cx="1079500" cy="431800"/>
            </a:xfrm>
            <a:custGeom>
              <a:avLst/>
              <a:gdLst/>
              <a:ahLst/>
              <a:cxnLst/>
              <a:rect l="l" t="t" r="r" b="b"/>
              <a:pathLst>
                <a:path w="1079500" h="431800">
                  <a:moveTo>
                    <a:pt x="10795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1079500" y="431800"/>
                  </a:lnTo>
                  <a:lnTo>
                    <a:pt x="1079500" y="0"/>
                  </a:lnTo>
                  <a:close/>
                </a:path>
              </a:pathLst>
            </a:custGeom>
            <a:solidFill>
              <a:srgbClr val="D260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70"/>
            <p:cNvSpPr/>
            <p:nvPr/>
          </p:nvSpPr>
          <p:spPr>
            <a:xfrm>
              <a:off x="2484501" y="3644900"/>
              <a:ext cx="1079500" cy="431800"/>
            </a:xfrm>
            <a:custGeom>
              <a:avLst/>
              <a:gdLst/>
              <a:ahLst/>
              <a:cxnLst/>
              <a:rect l="l" t="t" r="r" b="b"/>
              <a:pathLst>
                <a:path w="1079500" h="431800">
                  <a:moveTo>
                    <a:pt x="0" y="431800"/>
                  </a:moveTo>
                  <a:lnTo>
                    <a:pt x="1079500" y="431800"/>
                  </a:lnTo>
                  <a:lnTo>
                    <a:pt x="1079500" y="0"/>
                  </a:lnTo>
                  <a:lnTo>
                    <a:pt x="0" y="0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3" name="object 71"/>
          <p:cNvSpPr txBox="1"/>
          <p:nvPr/>
        </p:nvSpPr>
        <p:spPr>
          <a:xfrm>
            <a:off x="2864611" y="3646170"/>
            <a:ext cx="320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S3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44" name="object 72"/>
          <p:cNvGrpSpPr/>
          <p:nvPr/>
        </p:nvGrpSpPr>
        <p:grpSpPr>
          <a:xfrm>
            <a:off x="3559238" y="3640137"/>
            <a:ext cx="1089025" cy="441325"/>
            <a:chOff x="3559238" y="3640137"/>
            <a:chExt cx="1089025" cy="441325"/>
          </a:xfrm>
        </p:grpSpPr>
        <p:sp>
          <p:nvSpPr>
            <p:cNvPr id="245" name="object 73"/>
            <p:cNvSpPr/>
            <p:nvPr/>
          </p:nvSpPr>
          <p:spPr>
            <a:xfrm>
              <a:off x="3564001" y="3644900"/>
              <a:ext cx="1079500" cy="431800"/>
            </a:xfrm>
            <a:custGeom>
              <a:avLst/>
              <a:gdLst/>
              <a:ahLst/>
              <a:cxnLst/>
              <a:rect l="l" t="t" r="r" b="b"/>
              <a:pathLst>
                <a:path w="1079500" h="431800">
                  <a:moveTo>
                    <a:pt x="10795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1079500" y="431800"/>
                  </a:lnTo>
                  <a:lnTo>
                    <a:pt x="1079500" y="0"/>
                  </a:lnTo>
                  <a:close/>
                </a:path>
              </a:pathLst>
            </a:custGeom>
            <a:solidFill>
              <a:srgbClr val="D260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74"/>
            <p:cNvSpPr/>
            <p:nvPr/>
          </p:nvSpPr>
          <p:spPr>
            <a:xfrm>
              <a:off x="3564001" y="3644900"/>
              <a:ext cx="1079500" cy="431800"/>
            </a:xfrm>
            <a:custGeom>
              <a:avLst/>
              <a:gdLst/>
              <a:ahLst/>
              <a:cxnLst/>
              <a:rect l="l" t="t" r="r" b="b"/>
              <a:pathLst>
                <a:path w="1079500" h="431800">
                  <a:moveTo>
                    <a:pt x="0" y="431800"/>
                  </a:moveTo>
                  <a:lnTo>
                    <a:pt x="1079500" y="431800"/>
                  </a:lnTo>
                  <a:lnTo>
                    <a:pt x="1079500" y="0"/>
                  </a:lnTo>
                  <a:lnTo>
                    <a:pt x="0" y="0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7" name="object 75"/>
          <p:cNvSpPr txBox="1"/>
          <p:nvPr/>
        </p:nvSpPr>
        <p:spPr>
          <a:xfrm>
            <a:off x="3944239" y="3646170"/>
            <a:ext cx="320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S4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48" name="object 76"/>
          <p:cNvGrpSpPr/>
          <p:nvPr/>
        </p:nvGrpSpPr>
        <p:grpSpPr>
          <a:xfrm>
            <a:off x="4638738" y="3640137"/>
            <a:ext cx="1017905" cy="441325"/>
            <a:chOff x="4638738" y="3640137"/>
            <a:chExt cx="1017905" cy="441325"/>
          </a:xfrm>
        </p:grpSpPr>
        <p:sp>
          <p:nvSpPr>
            <p:cNvPr id="249" name="object 77"/>
            <p:cNvSpPr/>
            <p:nvPr/>
          </p:nvSpPr>
          <p:spPr>
            <a:xfrm>
              <a:off x="4643501" y="3644900"/>
              <a:ext cx="1008380" cy="431800"/>
            </a:xfrm>
            <a:custGeom>
              <a:avLst/>
              <a:gdLst/>
              <a:ahLst/>
              <a:cxnLst/>
              <a:rect l="l" t="t" r="r" b="b"/>
              <a:pathLst>
                <a:path w="1008379" h="431800">
                  <a:moveTo>
                    <a:pt x="1008062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1008062" y="431800"/>
                  </a:lnTo>
                  <a:lnTo>
                    <a:pt x="1008062" y="0"/>
                  </a:lnTo>
                  <a:close/>
                </a:path>
              </a:pathLst>
            </a:custGeom>
            <a:solidFill>
              <a:srgbClr val="D260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78"/>
            <p:cNvSpPr/>
            <p:nvPr/>
          </p:nvSpPr>
          <p:spPr>
            <a:xfrm>
              <a:off x="4643501" y="3644900"/>
              <a:ext cx="1008380" cy="431800"/>
            </a:xfrm>
            <a:custGeom>
              <a:avLst/>
              <a:gdLst/>
              <a:ahLst/>
              <a:cxnLst/>
              <a:rect l="l" t="t" r="r" b="b"/>
              <a:pathLst>
                <a:path w="1008379" h="431800">
                  <a:moveTo>
                    <a:pt x="0" y="431800"/>
                  </a:moveTo>
                  <a:lnTo>
                    <a:pt x="1008062" y="431800"/>
                  </a:lnTo>
                  <a:lnTo>
                    <a:pt x="1008062" y="0"/>
                  </a:lnTo>
                  <a:lnTo>
                    <a:pt x="0" y="0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1" name="object 79"/>
          <p:cNvSpPr txBox="1"/>
          <p:nvPr/>
        </p:nvSpPr>
        <p:spPr>
          <a:xfrm>
            <a:off x="4988814" y="3646170"/>
            <a:ext cx="320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S5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52" name="object 80"/>
          <p:cNvGrpSpPr/>
          <p:nvPr/>
        </p:nvGrpSpPr>
        <p:grpSpPr>
          <a:xfrm>
            <a:off x="5646737" y="3640137"/>
            <a:ext cx="1017905" cy="441325"/>
            <a:chOff x="5646737" y="3640137"/>
            <a:chExt cx="1017905" cy="441325"/>
          </a:xfrm>
        </p:grpSpPr>
        <p:sp>
          <p:nvSpPr>
            <p:cNvPr id="253" name="object 81"/>
            <p:cNvSpPr/>
            <p:nvPr/>
          </p:nvSpPr>
          <p:spPr>
            <a:xfrm>
              <a:off x="5651500" y="3644900"/>
              <a:ext cx="1008380" cy="431800"/>
            </a:xfrm>
            <a:custGeom>
              <a:avLst/>
              <a:gdLst/>
              <a:ahLst/>
              <a:cxnLst/>
              <a:rect l="l" t="t" r="r" b="b"/>
              <a:pathLst>
                <a:path w="1008379" h="431800">
                  <a:moveTo>
                    <a:pt x="1008062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1008062" y="431800"/>
                  </a:lnTo>
                  <a:lnTo>
                    <a:pt x="1008062" y="0"/>
                  </a:lnTo>
                  <a:close/>
                </a:path>
              </a:pathLst>
            </a:custGeom>
            <a:solidFill>
              <a:srgbClr val="D260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82"/>
            <p:cNvSpPr/>
            <p:nvPr/>
          </p:nvSpPr>
          <p:spPr>
            <a:xfrm>
              <a:off x="5651500" y="3644900"/>
              <a:ext cx="1008380" cy="431800"/>
            </a:xfrm>
            <a:custGeom>
              <a:avLst/>
              <a:gdLst/>
              <a:ahLst/>
              <a:cxnLst/>
              <a:rect l="l" t="t" r="r" b="b"/>
              <a:pathLst>
                <a:path w="1008379" h="431800">
                  <a:moveTo>
                    <a:pt x="0" y="431800"/>
                  </a:moveTo>
                  <a:lnTo>
                    <a:pt x="1008062" y="431800"/>
                  </a:lnTo>
                  <a:lnTo>
                    <a:pt x="1008062" y="0"/>
                  </a:lnTo>
                  <a:lnTo>
                    <a:pt x="0" y="0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5" name="object 83"/>
          <p:cNvSpPr txBox="1"/>
          <p:nvPr/>
        </p:nvSpPr>
        <p:spPr>
          <a:xfrm>
            <a:off x="5997066" y="3646170"/>
            <a:ext cx="321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S6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56" name="object 84"/>
          <p:cNvGrpSpPr/>
          <p:nvPr/>
        </p:nvGrpSpPr>
        <p:grpSpPr>
          <a:xfrm>
            <a:off x="6654863" y="3640137"/>
            <a:ext cx="1162050" cy="441325"/>
            <a:chOff x="6654863" y="3640137"/>
            <a:chExt cx="1162050" cy="441325"/>
          </a:xfrm>
        </p:grpSpPr>
        <p:sp>
          <p:nvSpPr>
            <p:cNvPr id="257" name="object 85"/>
            <p:cNvSpPr/>
            <p:nvPr/>
          </p:nvSpPr>
          <p:spPr>
            <a:xfrm>
              <a:off x="6659626" y="3644900"/>
              <a:ext cx="1152525" cy="431800"/>
            </a:xfrm>
            <a:custGeom>
              <a:avLst/>
              <a:gdLst/>
              <a:ahLst/>
              <a:cxnLst/>
              <a:rect l="l" t="t" r="r" b="b"/>
              <a:pathLst>
                <a:path w="1152525" h="431800">
                  <a:moveTo>
                    <a:pt x="1152525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1152525" y="431800"/>
                  </a:lnTo>
                  <a:lnTo>
                    <a:pt x="1152525" y="0"/>
                  </a:lnTo>
                  <a:close/>
                </a:path>
              </a:pathLst>
            </a:custGeom>
            <a:solidFill>
              <a:srgbClr val="D260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86"/>
            <p:cNvSpPr/>
            <p:nvPr/>
          </p:nvSpPr>
          <p:spPr>
            <a:xfrm>
              <a:off x="6659626" y="3644900"/>
              <a:ext cx="1152525" cy="431800"/>
            </a:xfrm>
            <a:custGeom>
              <a:avLst/>
              <a:gdLst/>
              <a:ahLst/>
              <a:cxnLst/>
              <a:rect l="l" t="t" r="r" b="b"/>
              <a:pathLst>
                <a:path w="1152525" h="431800">
                  <a:moveTo>
                    <a:pt x="0" y="431800"/>
                  </a:moveTo>
                  <a:lnTo>
                    <a:pt x="1152525" y="431800"/>
                  </a:lnTo>
                  <a:lnTo>
                    <a:pt x="1152525" y="0"/>
                  </a:lnTo>
                  <a:lnTo>
                    <a:pt x="0" y="0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9" name="object 87"/>
          <p:cNvSpPr txBox="1"/>
          <p:nvPr/>
        </p:nvSpPr>
        <p:spPr>
          <a:xfrm>
            <a:off x="7076947" y="3646170"/>
            <a:ext cx="320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S7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60" name="object 88"/>
          <p:cNvGrpSpPr/>
          <p:nvPr/>
        </p:nvGrpSpPr>
        <p:grpSpPr>
          <a:xfrm>
            <a:off x="7807388" y="3640137"/>
            <a:ext cx="1089025" cy="441325"/>
            <a:chOff x="7807388" y="3640137"/>
            <a:chExt cx="1089025" cy="441325"/>
          </a:xfrm>
        </p:grpSpPr>
        <p:sp>
          <p:nvSpPr>
            <p:cNvPr id="261" name="object 89"/>
            <p:cNvSpPr/>
            <p:nvPr/>
          </p:nvSpPr>
          <p:spPr>
            <a:xfrm>
              <a:off x="7812151" y="3644900"/>
              <a:ext cx="1079500" cy="431800"/>
            </a:xfrm>
            <a:custGeom>
              <a:avLst/>
              <a:gdLst/>
              <a:ahLst/>
              <a:cxnLst/>
              <a:rect l="l" t="t" r="r" b="b"/>
              <a:pathLst>
                <a:path w="1079500" h="431800">
                  <a:moveTo>
                    <a:pt x="10795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1079500" y="431800"/>
                  </a:lnTo>
                  <a:lnTo>
                    <a:pt x="1079500" y="0"/>
                  </a:lnTo>
                  <a:close/>
                </a:path>
              </a:pathLst>
            </a:custGeom>
            <a:solidFill>
              <a:srgbClr val="D260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90"/>
            <p:cNvSpPr/>
            <p:nvPr/>
          </p:nvSpPr>
          <p:spPr>
            <a:xfrm>
              <a:off x="7812151" y="3644900"/>
              <a:ext cx="1079500" cy="431800"/>
            </a:xfrm>
            <a:custGeom>
              <a:avLst/>
              <a:gdLst/>
              <a:ahLst/>
              <a:cxnLst/>
              <a:rect l="l" t="t" r="r" b="b"/>
              <a:pathLst>
                <a:path w="1079500" h="431800">
                  <a:moveTo>
                    <a:pt x="0" y="431800"/>
                  </a:moveTo>
                  <a:lnTo>
                    <a:pt x="1079500" y="431800"/>
                  </a:lnTo>
                  <a:lnTo>
                    <a:pt x="1079500" y="0"/>
                  </a:lnTo>
                  <a:lnTo>
                    <a:pt x="0" y="0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3" name="object 91"/>
          <p:cNvSpPr txBox="1"/>
          <p:nvPr/>
        </p:nvSpPr>
        <p:spPr>
          <a:xfrm>
            <a:off x="8193151" y="3646170"/>
            <a:ext cx="320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S8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4" name="object 92"/>
          <p:cNvSpPr/>
          <p:nvPr/>
        </p:nvSpPr>
        <p:spPr>
          <a:xfrm>
            <a:off x="8748776" y="2565400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0"/>
                </a:moveTo>
                <a:lnTo>
                  <a:pt x="0" y="10795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4188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7086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2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SUBSTITUTION</a:t>
            </a:r>
            <a:r>
              <a:rPr lang="en-GB" sz="4000" b="1" spc="3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2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BOXES:</a:t>
            </a:r>
            <a:r>
              <a:rPr lang="en-GB" sz="4000" b="1" spc="1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146351" y="1669702"/>
            <a:ext cx="8752227" cy="46548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1804888"/>
            <a:ext cx="7820545" cy="442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499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7086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2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PERMUTATION:</a:t>
            </a:r>
            <a:r>
              <a:rPr lang="en-GB" sz="4000" b="1" spc="11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146351" y="1669702"/>
            <a:ext cx="8752227" cy="46548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535940" y="1796249"/>
            <a:ext cx="8227060" cy="870751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4965" marR="5080" indent="-342900">
              <a:lnSpc>
                <a:spcPct val="80000"/>
              </a:lnSpc>
              <a:spcBef>
                <a:spcPts val="55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32-bit</a:t>
            </a:r>
            <a:r>
              <a:rPr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S-boxes</a:t>
            </a:r>
            <a:r>
              <a:rPr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permutated </a:t>
            </a:r>
            <a:r>
              <a:rPr sz="2000" spc="-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</a:t>
            </a:r>
            <a:r>
              <a:rPr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rearranged)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</a:t>
            </a: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832370"/>
              </p:ext>
            </p:extLst>
          </p:nvPr>
        </p:nvGraphicFramePr>
        <p:xfrm>
          <a:off x="2128011" y="2774762"/>
          <a:ext cx="3739389" cy="27878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0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683">
                <a:tc>
                  <a:txBody>
                    <a:bodyPr/>
                    <a:lstStyle/>
                    <a:p>
                      <a:pPr marL="31750" algn="ctr">
                        <a:lnSpc>
                          <a:spcPts val="2039"/>
                        </a:lnSpc>
                        <a:spcBef>
                          <a:spcPts val="229"/>
                        </a:spcBef>
                      </a:pPr>
                      <a:r>
                        <a:rPr lang="en-US" sz="1700" b="1" spc="14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700" b="1" spc="140" dirty="0">
                          <a:latin typeface="Cambria"/>
                          <a:cs typeface="Cambria"/>
                        </a:rPr>
                        <a:t>Output</a:t>
                      </a:r>
                      <a:endParaRPr sz="1700" dirty="0">
                        <a:latin typeface="Cambria"/>
                        <a:cs typeface="Cambria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474345" algn="ctr">
                        <a:lnSpc>
                          <a:spcPts val="2039"/>
                        </a:lnSpc>
                        <a:spcBef>
                          <a:spcPts val="229"/>
                        </a:spcBef>
                      </a:pPr>
                      <a:r>
                        <a:rPr sz="1700" b="1" spc="135" dirty="0">
                          <a:latin typeface="Cambria"/>
                          <a:cs typeface="Cambria"/>
                        </a:rPr>
                        <a:t>Input</a:t>
                      </a:r>
                      <a:endParaRPr sz="1700" dirty="0">
                        <a:latin typeface="Cambria"/>
                        <a:cs typeface="Cambria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199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35"/>
                        </a:spcBef>
                        <a:tabLst>
                          <a:tab pos="467359" algn="l"/>
                          <a:tab pos="735965" algn="l"/>
                          <a:tab pos="1004569" algn="l"/>
                        </a:tabLst>
                      </a:pPr>
                      <a:r>
                        <a:rPr lang="en-US" sz="1900">
                          <a:latin typeface="Cambria"/>
                          <a:cs typeface="Cambria"/>
                        </a:rPr>
                        <a:t>     </a:t>
                      </a:r>
                      <a:r>
                        <a:rPr sz="1900">
                          <a:latin typeface="Cambria"/>
                          <a:cs typeface="Cambria"/>
                        </a:rPr>
                        <a:t>1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	2	3	4</a:t>
                      </a: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78740" algn="l">
                        <a:lnSpc>
                          <a:spcPct val="100000"/>
                        </a:lnSpc>
                        <a:spcBef>
                          <a:spcPts val="35"/>
                        </a:spcBef>
                        <a:tabLst>
                          <a:tab pos="403225" algn="l"/>
                        </a:tabLst>
                      </a:pPr>
                      <a:r>
                        <a:rPr lang="en-US" sz="1900" dirty="0">
                          <a:latin typeface="Cambria"/>
                          <a:cs typeface="Cambria"/>
                        </a:rPr>
                        <a:t>     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16</a:t>
                      </a:r>
                      <a:r>
                        <a:rPr lang="en-US" sz="1900" baseline="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7</a:t>
                      </a:r>
                      <a:r>
                        <a:rPr lang="en-US" sz="1900" spc="80" baseline="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20</a:t>
                      </a:r>
                      <a:r>
                        <a:rPr lang="en-US" sz="1900" spc="85" baseline="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2</a:t>
                      </a:r>
                      <a:r>
                        <a:rPr lang="en-US" sz="1900" dirty="0">
                          <a:latin typeface="Cambria"/>
                          <a:cs typeface="Cambria"/>
                        </a:rPr>
                        <a:t>1</a:t>
                      </a:r>
                      <a:endParaRPr sz="1900" dirty="0">
                        <a:latin typeface="Cambria"/>
                        <a:cs typeface="Cambria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586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5"/>
                        </a:spcBef>
                        <a:tabLst>
                          <a:tab pos="450215" algn="l"/>
                          <a:tab pos="718185" algn="l"/>
                          <a:tab pos="986155" algn="l"/>
                        </a:tabLst>
                      </a:pPr>
                      <a:r>
                        <a:rPr lang="en-US" sz="1900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5	6	7	8</a:t>
                      </a: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R="24130" algn="l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lang="en-US" sz="1900" spc="-5" dirty="0">
                          <a:latin typeface="Cambria"/>
                          <a:cs typeface="Cambria"/>
                        </a:rPr>
                        <a:t>     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29</a:t>
                      </a:r>
                      <a:r>
                        <a:rPr sz="19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12</a:t>
                      </a:r>
                      <a:r>
                        <a:rPr sz="19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28</a:t>
                      </a:r>
                      <a:r>
                        <a:rPr sz="19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17</a:t>
                      </a:r>
                      <a:endParaRPr sz="1900" dirty="0">
                        <a:latin typeface="Cambria"/>
                        <a:cs typeface="Cambri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158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en-US" sz="1900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9</a:t>
                      </a:r>
                      <a:r>
                        <a:rPr sz="19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10</a:t>
                      </a:r>
                      <a:r>
                        <a:rPr sz="19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11</a:t>
                      </a:r>
                      <a:r>
                        <a:rPr sz="19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12</a:t>
                      </a:r>
                      <a:endParaRPr sz="1900" dirty="0">
                        <a:latin typeface="Cambria"/>
                        <a:cs typeface="Cambri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332740" algn="l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en-US" sz="19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9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lang="en-US" sz="19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15</a:t>
                      </a:r>
                      <a:r>
                        <a:rPr sz="19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23</a:t>
                      </a:r>
                      <a:r>
                        <a:rPr sz="19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26</a:t>
                      </a:r>
                      <a:endParaRPr sz="1900" dirty="0">
                        <a:latin typeface="Cambria"/>
                        <a:cs typeface="Cambria"/>
                      </a:endParaRPr>
                    </a:p>
                  </a:txBody>
                  <a:tcPr marL="0" marR="0" marT="50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815">
                <a:tc>
                  <a:txBody>
                    <a:bodyPr/>
                    <a:lstStyle/>
                    <a:p>
                      <a:pPr marR="259715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900" spc="-5" dirty="0">
                          <a:latin typeface="Cambria"/>
                          <a:cs typeface="Cambria"/>
                        </a:rPr>
                        <a:t>13</a:t>
                      </a:r>
                      <a:r>
                        <a:rPr sz="19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14</a:t>
                      </a:r>
                      <a:r>
                        <a:rPr sz="19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15</a:t>
                      </a:r>
                      <a:r>
                        <a:rPr sz="19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16</a:t>
                      </a:r>
                      <a:endParaRPr sz="1900" dirty="0">
                        <a:latin typeface="Cambria"/>
                        <a:cs typeface="Cambri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334645" algn="l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en-US" sz="19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5</a:t>
                      </a:r>
                      <a:r>
                        <a:rPr sz="19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lang="en-US" sz="19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18</a:t>
                      </a:r>
                      <a:r>
                        <a:rPr sz="19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31</a:t>
                      </a:r>
                      <a:r>
                        <a:rPr sz="19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10</a:t>
                      </a:r>
                      <a:endParaRPr sz="1900" dirty="0">
                        <a:latin typeface="Cambria"/>
                        <a:cs typeface="Cambria"/>
                      </a:endParaRPr>
                    </a:p>
                  </a:txBody>
                  <a:tcPr marL="0" marR="0" marT="50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847">
                <a:tc>
                  <a:txBody>
                    <a:bodyPr/>
                    <a:lstStyle/>
                    <a:p>
                      <a:pPr marR="259715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900" spc="-5" dirty="0">
                          <a:latin typeface="Cambria"/>
                          <a:cs typeface="Cambria"/>
                        </a:rPr>
                        <a:t>17</a:t>
                      </a:r>
                      <a:r>
                        <a:rPr sz="19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18</a:t>
                      </a:r>
                      <a:r>
                        <a:rPr sz="19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19</a:t>
                      </a:r>
                      <a:r>
                        <a:rPr sz="19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20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334645" algn="l">
                        <a:lnSpc>
                          <a:spcPct val="100000"/>
                        </a:lnSpc>
                        <a:spcBef>
                          <a:spcPts val="40"/>
                        </a:spcBef>
                        <a:tabLst>
                          <a:tab pos="601980" algn="l"/>
                        </a:tabLst>
                      </a:pPr>
                      <a:r>
                        <a:rPr lang="en-US" sz="19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2	</a:t>
                      </a:r>
                      <a:r>
                        <a:rPr lang="en-US" sz="190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8</a:t>
                      </a:r>
                      <a:r>
                        <a:rPr sz="19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24</a:t>
                      </a:r>
                      <a:r>
                        <a:rPr sz="19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14</a:t>
                      </a:r>
                      <a:endParaRPr sz="1900" dirty="0">
                        <a:latin typeface="Cambria"/>
                        <a:cs typeface="Cambria"/>
                      </a:endParaRPr>
                    </a:p>
                  </a:txBody>
                  <a:tcPr marL="0" marR="0" marT="50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marR="259715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900" spc="-5" dirty="0">
                          <a:latin typeface="Cambria"/>
                          <a:cs typeface="Cambria"/>
                        </a:rPr>
                        <a:t>21</a:t>
                      </a:r>
                      <a:r>
                        <a:rPr sz="19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22</a:t>
                      </a:r>
                      <a:r>
                        <a:rPr sz="19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23</a:t>
                      </a:r>
                      <a:r>
                        <a:rPr sz="19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24</a:t>
                      </a:r>
                      <a:endParaRPr sz="1900" dirty="0">
                        <a:latin typeface="Cambria"/>
                        <a:cs typeface="Cambri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334645" algn="l">
                        <a:lnSpc>
                          <a:spcPct val="100000"/>
                        </a:lnSpc>
                        <a:spcBef>
                          <a:spcPts val="40"/>
                        </a:spcBef>
                        <a:tabLst>
                          <a:tab pos="1073150" algn="l"/>
                          <a:tab pos="1341120" algn="l"/>
                        </a:tabLst>
                      </a:pPr>
                      <a:r>
                        <a:rPr sz="1900" spc="-5" dirty="0">
                          <a:latin typeface="Cambria"/>
                          <a:cs typeface="Cambria"/>
                        </a:rPr>
                        <a:t>32</a:t>
                      </a:r>
                      <a:r>
                        <a:rPr sz="19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27	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3	</a:t>
                      </a:r>
                      <a:r>
                        <a:rPr lang="en-US" sz="19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9</a:t>
                      </a:r>
                    </a:p>
                  </a:txBody>
                  <a:tcPr marL="0" marR="0" marT="508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888">
                <a:tc>
                  <a:txBody>
                    <a:bodyPr/>
                    <a:lstStyle/>
                    <a:p>
                      <a:pPr marR="259715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900" spc="-5" dirty="0">
                          <a:latin typeface="Cambria"/>
                          <a:cs typeface="Cambria"/>
                        </a:rPr>
                        <a:t>25</a:t>
                      </a:r>
                      <a:r>
                        <a:rPr sz="19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26</a:t>
                      </a:r>
                      <a:r>
                        <a:rPr sz="19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27</a:t>
                      </a:r>
                      <a:r>
                        <a:rPr sz="19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28</a:t>
                      </a:r>
                      <a:endParaRPr sz="1900" dirty="0">
                        <a:latin typeface="Cambria"/>
                        <a:cs typeface="Cambri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267335" algn="l">
                        <a:lnSpc>
                          <a:spcPct val="100000"/>
                        </a:lnSpc>
                        <a:spcBef>
                          <a:spcPts val="40"/>
                        </a:spcBef>
                        <a:tabLst>
                          <a:tab pos="1342390" algn="l"/>
                        </a:tabLst>
                      </a:pPr>
                      <a:r>
                        <a:rPr lang="en-US" sz="19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19</a:t>
                      </a:r>
                      <a:r>
                        <a:rPr sz="19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13</a:t>
                      </a:r>
                      <a:r>
                        <a:rPr sz="19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30	</a:t>
                      </a:r>
                      <a:r>
                        <a:rPr lang="en-US" sz="19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6</a:t>
                      </a:r>
                    </a:p>
                  </a:txBody>
                  <a:tcPr marL="0" marR="0" marT="50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814">
                <a:tc>
                  <a:txBody>
                    <a:bodyPr/>
                    <a:lstStyle/>
                    <a:p>
                      <a:pPr marR="259715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900" dirty="0">
                          <a:latin typeface="Cambria"/>
                          <a:cs typeface="Cambria"/>
                        </a:rPr>
                        <a:t>29</a:t>
                      </a:r>
                      <a:r>
                        <a:rPr sz="19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30</a:t>
                      </a:r>
                      <a:r>
                        <a:rPr sz="19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31</a:t>
                      </a:r>
                      <a:r>
                        <a:rPr sz="19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32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267335" algn="l">
                        <a:lnSpc>
                          <a:spcPct val="100000"/>
                        </a:lnSpc>
                        <a:spcBef>
                          <a:spcPts val="45"/>
                        </a:spcBef>
                        <a:tabLst>
                          <a:tab pos="1007110" algn="l"/>
                        </a:tabLst>
                      </a:pPr>
                      <a:r>
                        <a:rPr lang="en-US" sz="19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22</a:t>
                      </a:r>
                      <a:r>
                        <a:rPr sz="19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11</a:t>
                      </a:r>
                      <a:r>
                        <a:rPr lang="en-US" sz="19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lang="en-US" sz="19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dirty="0">
                          <a:latin typeface="Cambria"/>
                          <a:cs typeface="Cambria"/>
                        </a:rPr>
                        <a:t>4</a:t>
                      </a:r>
                      <a:r>
                        <a:rPr sz="19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lang="en-US" sz="19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-5" dirty="0">
                          <a:latin typeface="Cambria"/>
                          <a:cs typeface="Cambria"/>
                        </a:rPr>
                        <a:t>25</a:t>
                      </a:r>
                      <a:endParaRPr sz="1900" dirty="0">
                        <a:latin typeface="Cambria"/>
                        <a:cs typeface="Cambria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bject 5"/>
          <p:cNvSpPr txBox="1"/>
          <p:nvPr/>
        </p:nvSpPr>
        <p:spPr>
          <a:xfrm>
            <a:off x="535939" y="5638800"/>
            <a:ext cx="7894205" cy="56297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4965" marR="5080" indent="-342900">
              <a:lnSpc>
                <a:spcPct val="80000"/>
              </a:lnSpc>
              <a:spcBef>
                <a:spcPts val="55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25th</a:t>
            </a: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19th</a:t>
            </a:r>
            <a:r>
              <a:rPr sz="20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4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629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7086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3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en-GB" sz="4000" b="1" spc="1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4000" b="1" spc="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3806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838200" y="1905000"/>
            <a:ext cx="7591945" cy="26109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74955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takes</a:t>
            </a:r>
            <a:r>
              <a:rPr lang="en-GB"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64-bit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sz="2400" spc="-5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48-bit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subkeys,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>
              <a:lnSpc>
                <a:spcPct val="100000"/>
              </a:lnSpc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(fixed/known)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(called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PC1</a:t>
            </a:r>
            <a:r>
              <a:rPr lang="en-GB" sz="2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PC2)</a:t>
            </a:r>
            <a:r>
              <a:rPr lang="en-GB" sz="2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400" spc="-5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“shifts”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(called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LS).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765" marR="32448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100000"/>
              <a:tabLst>
                <a:tab pos="298450" algn="l"/>
              </a:tabLst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8219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7086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3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en-GB" sz="4000" b="1" spc="1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4000" b="1" spc="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3806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838200" y="1905000"/>
            <a:ext cx="7591945" cy="40446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indent="-342900">
              <a:lnSpc>
                <a:spcPct val="100000"/>
              </a:lnSpc>
              <a:spcBef>
                <a:spcPts val="7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361315" algn="l"/>
                <a:tab pos="361950" algn="l"/>
              </a:tabLst>
            </a:pPr>
            <a:r>
              <a:rPr lang="en-GB" sz="2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64-bit</a:t>
            </a:r>
            <a:r>
              <a:rPr lang="en-GB"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</a:t>
            </a:r>
            <a:r>
              <a:rPr lang="en-GB" sz="2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GB"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GB"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algorithm.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1165" marR="118110" indent="-342900">
              <a:lnSpc>
                <a:spcPct val="100000"/>
              </a:lnSpc>
              <a:spcBef>
                <a:spcPts val="60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361315" algn="l"/>
                <a:tab pos="361950" algn="l"/>
              </a:tabLst>
            </a:pPr>
            <a:r>
              <a:rPr lang="en-GB" sz="2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GB"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subjected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</a:t>
            </a:r>
            <a:r>
              <a:rPr lang="en-GB"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governed</a:t>
            </a:r>
            <a:r>
              <a:rPr lang="en-GB"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sz="2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00" spc="-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GB"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labelled</a:t>
            </a:r>
            <a:r>
              <a:rPr lang="en-GB"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permuted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</a:t>
            </a:r>
            <a:r>
              <a:rPr lang="en-GB"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one.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1165" marR="83248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361315" algn="l"/>
                <a:tab pos="361950" algn="l"/>
              </a:tabLst>
            </a:pPr>
            <a:r>
              <a:rPr lang="en-GB" sz="2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en-GB"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56-bit</a:t>
            </a:r>
            <a:r>
              <a:rPr lang="en-GB"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</a:t>
            </a:r>
            <a:r>
              <a:rPr lang="en-GB"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treated</a:t>
            </a:r>
            <a:r>
              <a:rPr lang="en-GB"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GB"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GB" sz="2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28-bit </a:t>
            </a:r>
            <a:r>
              <a:rPr lang="en-GB" sz="2200" spc="-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quantities,</a:t>
            </a:r>
            <a:r>
              <a:rPr lang="en-GB" sz="2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labelled</a:t>
            </a:r>
            <a:r>
              <a:rPr lang="en-GB"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2200" spc="262" baseline="-213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GB" sz="2200" spc="382" baseline="-213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GB" sz="2200" spc="195" baseline="-213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GB" sz="22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1165" marR="50609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361315" algn="l"/>
                <a:tab pos="361950" algn="l"/>
              </a:tabLst>
            </a:pPr>
            <a:r>
              <a:rPr lang="en-GB" sz="22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GB"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GB" sz="22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round, </a:t>
            </a:r>
            <a:r>
              <a:rPr lang="en-GB"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2200" spc="157" baseline="-213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lang="en-GB" sz="2200" spc="165" baseline="-213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GB" sz="2200" spc="120" baseline="-213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i-1 </a:t>
            </a:r>
            <a:r>
              <a:rPr lang="en-GB"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GB"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separately </a:t>
            </a:r>
            <a:r>
              <a:rPr lang="en-GB" sz="2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subjected </a:t>
            </a:r>
            <a:r>
              <a:rPr lang="en-GB"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</a:t>
            </a:r>
            <a:r>
              <a:rPr lang="en-GB" sz="2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GB"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</a:t>
            </a:r>
            <a:r>
              <a:rPr lang="en-GB"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bits, </a:t>
            </a:r>
            <a:r>
              <a:rPr lang="en-GB" sz="22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lang="en-GB" sz="2200" spc="-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</a:t>
            </a:r>
            <a:r>
              <a:rPr lang="en-GB" sz="2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GB"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</a:t>
            </a:r>
            <a:r>
              <a:rPr lang="en-GB" sz="22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round.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1165" marR="93980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361315" algn="l"/>
                <a:tab pos="361950" algn="l"/>
              </a:tabLst>
            </a:pP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GB" sz="2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GB" sz="2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</a:t>
            </a:r>
            <a:r>
              <a:rPr lang="en-GB"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Choice</a:t>
            </a:r>
            <a:r>
              <a:rPr lang="en-GB" sz="2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Two,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GB" sz="2200" spc="-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</a:t>
            </a:r>
            <a:r>
              <a:rPr lang="en-GB" sz="2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48-bit</a:t>
            </a:r>
            <a:r>
              <a:rPr lang="en-GB" sz="2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GB"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GB" sz="2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F(R</a:t>
            </a:r>
            <a:r>
              <a:rPr lang="en-GB" sz="2200" spc="135" baseline="-213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,K</a:t>
            </a:r>
            <a:r>
              <a:rPr lang="en-GB" sz="2200" spc="135" baseline="-213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8669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7086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3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en-GB" sz="4000" b="1" spc="1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4000" b="1" spc="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773237"/>
            <a:ext cx="8066428" cy="44682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3132201" y="1773237"/>
            <a:ext cx="2303780" cy="287655"/>
          </a:xfrm>
          <a:prstGeom prst="rect">
            <a:avLst/>
          </a:prstGeom>
          <a:solidFill>
            <a:srgbClr val="FD8537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50240">
              <a:lnSpc>
                <a:spcPts val="2265"/>
              </a:lnSpc>
            </a:pPr>
            <a:r>
              <a:rPr sz="2400" spc="-15" dirty="0">
                <a:latin typeface="Calibri"/>
                <a:cs typeface="Calibri"/>
              </a:rPr>
              <a:t>Key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(64)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4"/>
          <p:cNvSpPr txBox="1"/>
          <p:nvPr/>
        </p:nvSpPr>
        <p:spPr>
          <a:xfrm>
            <a:off x="3132201" y="2925762"/>
            <a:ext cx="2303780" cy="287655"/>
          </a:xfrm>
          <a:prstGeom prst="rect">
            <a:avLst/>
          </a:prstGeom>
          <a:solidFill>
            <a:srgbClr val="FD8537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7630">
              <a:lnSpc>
                <a:spcPts val="2265"/>
              </a:lnSpc>
            </a:pPr>
            <a:r>
              <a:rPr sz="2400" spc="-25" dirty="0">
                <a:latin typeface="Calibri"/>
                <a:cs typeface="Calibri"/>
              </a:rPr>
              <a:t>Effective</a:t>
            </a:r>
            <a:r>
              <a:rPr sz="2400" spc="-15" dirty="0">
                <a:latin typeface="Calibri"/>
                <a:cs typeface="Calibri"/>
              </a:rPr>
              <a:t> Key </a:t>
            </a:r>
            <a:r>
              <a:rPr sz="2400" spc="-10" dirty="0">
                <a:latin typeface="Calibri"/>
                <a:cs typeface="Calibri"/>
              </a:rPr>
              <a:t>(56)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5"/>
          <p:cNvGrpSpPr/>
          <p:nvPr/>
        </p:nvGrpSpPr>
        <p:grpSpPr>
          <a:xfrm>
            <a:off x="3846512" y="2271712"/>
            <a:ext cx="730250" cy="441325"/>
            <a:chOff x="3846512" y="2271712"/>
            <a:chExt cx="730250" cy="441325"/>
          </a:xfrm>
        </p:grpSpPr>
        <p:sp>
          <p:nvSpPr>
            <p:cNvPr id="12" name="object 6"/>
            <p:cNvSpPr/>
            <p:nvPr/>
          </p:nvSpPr>
          <p:spPr>
            <a:xfrm>
              <a:off x="3851275" y="2276475"/>
              <a:ext cx="720725" cy="431800"/>
            </a:xfrm>
            <a:custGeom>
              <a:avLst/>
              <a:gdLst/>
              <a:ahLst/>
              <a:cxnLst/>
              <a:rect l="l" t="t" r="r" b="b"/>
              <a:pathLst>
                <a:path w="720725" h="431800">
                  <a:moveTo>
                    <a:pt x="360425" y="0"/>
                  </a:moveTo>
                  <a:lnTo>
                    <a:pt x="301944" y="2825"/>
                  </a:lnTo>
                  <a:lnTo>
                    <a:pt x="246473" y="11005"/>
                  </a:lnTo>
                  <a:lnTo>
                    <a:pt x="194755" y="24095"/>
                  </a:lnTo>
                  <a:lnTo>
                    <a:pt x="147529" y="41651"/>
                  </a:lnTo>
                  <a:lnTo>
                    <a:pt x="105537" y="63230"/>
                  </a:lnTo>
                  <a:lnTo>
                    <a:pt x="69518" y="88385"/>
                  </a:lnTo>
                  <a:lnTo>
                    <a:pt x="40215" y="116675"/>
                  </a:lnTo>
                  <a:lnTo>
                    <a:pt x="4715" y="180876"/>
                  </a:lnTo>
                  <a:lnTo>
                    <a:pt x="0" y="215900"/>
                  </a:lnTo>
                  <a:lnTo>
                    <a:pt x="4715" y="250923"/>
                  </a:lnTo>
                  <a:lnTo>
                    <a:pt x="40215" y="315124"/>
                  </a:lnTo>
                  <a:lnTo>
                    <a:pt x="69518" y="343414"/>
                  </a:lnTo>
                  <a:lnTo>
                    <a:pt x="105537" y="368569"/>
                  </a:lnTo>
                  <a:lnTo>
                    <a:pt x="147529" y="390148"/>
                  </a:lnTo>
                  <a:lnTo>
                    <a:pt x="194755" y="407704"/>
                  </a:lnTo>
                  <a:lnTo>
                    <a:pt x="246473" y="420794"/>
                  </a:lnTo>
                  <a:lnTo>
                    <a:pt x="301944" y="428974"/>
                  </a:lnTo>
                  <a:lnTo>
                    <a:pt x="360425" y="431800"/>
                  </a:lnTo>
                  <a:lnTo>
                    <a:pt x="418873" y="428974"/>
                  </a:lnTo>
                  <a:lnTo>
                    <a:pt x="474316" y="420794"/>
                  </a:lnTo>
                  <a:lnTo>
                    <a:pt x="526013" y="407704"/>
                  </a:lnTo>
                  <a:lnTo>
                    <a:pt x="573223" y="390148"/>
                  </a:lnTo>
                  <a:lnTo>
                    <a:pt x="615203" y="368569"/>
                  </a:lnTo>
                  <a:lnTo>
                    <a:pt x="651214" y="343414"/>
                  </a:lnTo>
                  <a:lnTo>
                    <a:pt x="680513" y="315124"/>
                  </a:lnTo>
                  <a:lnTo>
                    <a:pt x="716009" y="250923"/>
                  </a:lnTo>
                  <a:lnTo>
                    <a:pt x="720725" y="215900"/>
                  </a:lnTo>
                  <a:lnTo>
                    <a:pt x="716009" y="180876"/>
                  </a:lnTo>
                  <a:lnTo>
                    <a:pt x="680513" y="116675"/>
                  </a:lnTo>
                  <a:lnTo>
                    <a:pt x="651214" y="88385"/>
                  </a:lnTo>
                  <a:lnTo>
                    <a:pt x="615203" y="63230"/>
                  </a:lnTo>
                  <a:lnTo>
                    <a:pt x="573223" y="41651"/>
                  </a:lnTo>
                  <a:lnTo>
                    <a:pt x="526013" y="24095"/>
                  </a:lnTo>
                  <a:lnTo>
                    <a:pt x="474316" y="11005"/>
                  </a:lnTo>
                  <a:lnTo>
                    <a:pt x="418873" y="2825"/>
                  </a:lnTo>
                  <a:lnTo>
                    <a:pt x="360425" y="0"/>
                  </a:lnTo>
                  <a:close/>
                </a:path>
              </a:pathLst>
            </a:custGeom>
            <a:solidFill>
              <a:srgbClr val="D260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7"/>
            <p:cNvSpPr/>
            <p:nvPr/>
          </p:nvSpPr>
          <p:spPr>
            <a:xfrm>
              <a:off x="3851275" y="2276475"/>
              <a:ext cx="720725" cy="431800"/>
            </a:xfrm>
            <a:custGeom>
              <a:avLst/>
              <a:gdLst/>
              <a:ahLst/>
              <a:cxnLst/>
              <a:rect l="l" t="t" r="r" b="b"/>
              <a:pathLst>
                <a:path w="720725" h="431800">
                  <a:moveTo>
                    <a:pt x="0" y="215900"/>
                  </a:moveTo>
                  <a:lnTo>
                    <a:pt x="18367" y="147653"/>
                  </a:lnTo>
                  <a:lnTo>
                    <a:pt x="69518" y="88385"/>
                  </a:lnTo>
                  <a:lnTo>
                    <a:pt x="105537" y="63230"/>
                  </a:lnTo>
                  <a:lnTo>
                    <a:pt x="147529" y="41651"/>
                  </a:lnTo>
                  <a:lnTo>
                    <a:pt x="194755" y="24095"/>
                  </a:lnTo>
                  <a:lnTo>
                    <a:pt x="246473" y="11005"/>
                  </a:lnTo>
                  <a:lnTo>
                    <a:pt x="301944" y="2825"/>
                  </a:lnTo>
                  <a:lnTo>
                    <a:pt x="360425" y="0"/>
                  </a:lnTo>
                  <a:lnTo>
                    <a:pt x="418873" y="2825"/>
                  </a:lnTo>
                  <a:lnTo>
                    <a:pt x="474316" y="11005"/>
                  </a:lnTo>
                  <a:lnTo>
                    <a:pt x="526013" y="24095"/>
                  </a:lnTo>
                  <a:lnTo>
                    <a:pt x="573223" y="41651"/>
                  </a:lnTo>
                  <a:lnTo>
                    <a:pt x="615203" y="63230"/>
                  </a:lnTo>
                  <a:lnTo>
                    <a:pt x="651214" y="88385"/>
                  </a:lnTo>
                  <a:lnTo>
                    <a:pt x="680513" y="116675"/>
                  </a:lnTo>
                  <a:lnTo>
                    <a:pt x="716009" y="180876"/>
                  </a:lnTo>
                  <a:lnTo>
                    <a:pt x="720725" y="215900"/>
                  </a:lnTo>
                  <a:lnTo>
                    <a:pt x="716009" y="250923"/>
                  </a:lnTo>
                  <a:lnTo>
                    <a:pt x="680513" y="315124"/>
                  </a:lnTo>
                  <a:lnTo>
                    <a:pt x="651214" y="343414"/>
                  </a:lnTo>
                  <a:lnTo>
                    <a:pt x="615203" y="368569"/>
                  </a:lnTo>
                  <a:lnTo>
                    <a:pt x="573223" y="390148"/>
                  </a:lnTo>
                  <a:lnTo>
                    <a:pt x="526013" y="407704"/>
                  </a:lnTo>
                  <a:lnTo>
                    <a:pt x="474316" y="420794"/>
                  </a:lnTo>
                  <a:lnTo>
                    <a:pt x="418873" y="428974"/>
                  </a:lnTo>
                  <a:lnTo>
                    <a:pt x="360425" y="431800"/>
                  </a:lnTo>
                  <a:lnTo>
                    <a:pt x="301944" y="428974"/>
                  </a:lnTo>
                  <a:lnTo>
                    <a:pt x="246473" y="420794"/>
                  </a:lnTo>
                  <a:lnTo>
                    <a:pt x="194755" y="407704"/>
                  </a:lnTo>
                  <a:lnTo>
                    <a:pt x="147529" y="390148"/>
                  </a:lnTo>
                  <a:lnTo>
                    <a:pt x="105537" y="368569"/>
                  </a:lnTo>
                  <a:lnTo>
                    <a:pt x="69518" y="343414"/>
                  </a:lnTo>
                  <a:lnTo>
                    <a:pt x="40215" y="315124"/>
                  </a:lnTo>
                  <a:lnTo>
                    <a:pt x="4715" y="250923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8"/>
          <p:cNvSpPr txBox="1"/>
          <p:nvPr/>
        </p:nvSpPr>
        <p:spPr>
          <a:xfrm>
            <a:off x="3963670" y="2277617"/>
            <a:ext cx="50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PC1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9"/>
          <p:cNvGrpSpPr/>
          <p:nvPr/>
        </p:nvGrpSpPr>
        <p:grpSpPr>
          <a:xfrm>
            <a:off x="4173601" y="2060575"/>
            <a:ext cx="76200" cy="865505"/>
            <a:chOff x="4173601" y="2060575"/>
            <a:chExt cx="76200" cy="865505"/>
          </a:xfrm>
        </p:grpSpPr>
        <p:pic>
          <p:nvPicPr>
            <p:cNvPr id="16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73601" y="2060575"/>
              <a:ext cx="76200" cy="215900"/>
            </a:xfrm>
            <a:prstGeom prst="rect">
              <a:avLst/>
            </a:prstGeom>
          </p:spPr>
        </p:pic>
        <p:pic>
          <p:nvPicPr>
            <p:cNvPr id="17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73601" y="2708275"/>
              <a:ext cx="76200" cy="217424"/>
            </a:xfrm>
            <a:prstGeom prst="rect">
              <a:avLst/>
            </a:prstGeom>
          </p:spPr>
        </p:pic>
      </p:grpSp>
      <p:pic>
        <p:nvPicPr>
          <p:cNvPr id="18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73601" y="3213100"/>
            <a:ext cx="76200" cy="144399"/>
          </a:xfrm>
          <a:prstGeom prst="rect">
            <a:avLst/>
          </a:prstGeom>
        </p:spPr>
      </p:pic>
      <p:grpSp>
        <p:nvGrpSpPr>
          <p:cNvPr id="19" name="object 13"/>
          <p:cNvGrpSpPr/>
          <p:nvPr/>
        </p:nvGrpSpPr>
        <p:grpSpPr>
          <a:xfrm>
            <a:off x="2840037" y="3929062"/>
            <a:ext cx="2386330" cy="657225"/>
            <a:chOff x="2840037" y="3929062"/>
            <a:chExt cx="2386330" cy="657225"/>
          </a:xfrm>
        </p:grpSpPr>
        <p:sp>
          <p:nvSpPr>
            <p:cNvPr id="20" name="object 14"/>
            <p:cNvSpPr/>
            <p:nvPr/>
          </p:nvSpPr>
          <p:spPr>
            <a:xfrm>
              <a:off x="3205225" y="3933825"/>
              <a:ext cx="1729105" cy="0"/>
            </a:xfrm>
            <a:custGeom>
              <a:avLst/>
              <a:gdLst/>
              <a:ahLst/>
              <a:cxnLst/>
              <a:rect l="l" t="t" r="r" b="b"/>
              <a:pathLst>
                <a:path w="1729104">
                  <a:moveTo>
                    <a:pt x="0" y="0"/>
                  </a:moveTo>
                  <a:lnTo>
                    <a:pt x="17287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7125" y="3933825"/>
              <a:ext cx="76200" cy="215900"/>
            </a:xfrm>
            <a:prstGeom prst="rect">
              <a:avLst/>
            </a:prstGeom>
          </p:spPr>
        </p:pic>
        <p:pic>
          <p:nvPicPr>
            <p:cNvPr id="22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94326" y="3933825"/>
              <a:ext cx="76200" cy="215900"/>
            </a:xfrm>
            <a:prstGeom prst="rect">
              <a:avLst/>
            </a:prstGeom>
          </p:spPr>
        </p:pic>
        <p:sp>
          <p:nvSpPr>
            <p:cNvPr id="23" name="object 17"/>
            <p:cNvSpPr/>
            <p:nvPr/>
          </p:nvSpPr>
          <p:spPr>
            <a:xfrm>
              <a:off x="2844800" y="4149725"/>
              <a:ext cx="720725" cy="431800"/>
            </a:xfrm>
            <a:custGeom>
              <a:avLst/>
              <a:gdLst/>
              <a:ahLst/>
              <a:cxnLst/>
              <a:rect l="l" t="t" r="r" b="b"/>
              <a:pathLst>
                <a:path w="720725" h="431800">
                  <a:moveTo>
                    <a:pt x="360425" y="0"/>
                  </a:moveTo>
                  <a:lnTo>
                    <a:pt x="301944" y="2825"/>
                  </a:lnTo>
                  <a:lnTo>
                    <a:pt x="246473" y="11005"/>
                  </a:lnTo>
                  <a:lnTo>
                    <a:pt x="194755" y="24095"/>
                  </a:lnTo>
                  <a:lnTo>
                    <a:pt x="147529" y="41651"/>
                  </a:lnTo>
                  <a:lnTo>
                    <a:pt x="105537" y="63230"/>
                  </a:lnTo>
                  <a:lnTo>
                    <a:pt x="69518" y="88385"/>
                  </a:lnTo>
                  <a:lnTo>
                    <a:pt x="40215" y="116675"/>
                  </a:lnTo>
                  <a:lnTo>
                    <a:pt x="4715" y="180876"/>
                  </a:lnTo>
                  <a:lnTo>
                    <a:pt x="0" y="215900"/>
                  </a:lnTo>
                  <a:lnTo>
                    <a:pt x="4715" y="250923"/>
                  </a:lnTo>
                  <a:lnTo>
                    <a:pt x="40215" y="315124"/>
                  </a:lnTo>
                  <a:lnTo>
                    <a:pt x="69518" y="343414"/>
                  </a:lnTo>
                  <a:lnTo>
                    <a:pt x="105537" y="368569"/>
                  </a:lnTo>
                  <a:lnTo>
                    <a:pt x="147529" y="390148"/>
                  </a:lnTo>
                  <a:lnTo>
                    <a:pt x="194755" y="407704"/>
                  </a:lnTo>
                  <a:lnTo>
                    <a:pt x="246473" y="420794"/>
                  </a:lnTo>
                  <a:lnTo>
                    <a:pt x="301944" y="428974"/>
                  </a:lnTo>
                  <a:lnTo>
                    <a:pt x="360425" y="431800"/>
                  </a:lnTo>
                  <a:lnTo>
                    <a:pt x="418873" y="428974"/>
                  </a:lnTo>
                  <a:lnTo>
                    <a:pt x="474316" y="420794"/>
                  </a:lnTo>
                  <a:lnTo>
                    <a:pt x="526013" y="407704"/>
                  </a:lnTo>
                  <a:lnTo>
                    <a:pt x="573223" y="390148"/>
                  </a:lnTo>
                  <a:lnTo>
                    <a:pt x="615203" y="368569"/>
                  </a:lnTo>
                  <a:lnTo>
                    <a:pt x="651214" y="343414"/>
                  </a:lnTo>
                  <a:lnTo>
                    <a:pt x="680513" y="315124"/>
                  </a:lnTo>
                  <a:lnTo>
                    <a:pt x="716009" y="250923"/>
                  </a:lnTo>
                  <a:lnTo>
                    <a:pt x="720725" y="215900"/>
                  </a:lnTo>
                  <a:lnTo>
                    <a:pt x="716009" y="180876"/>
                  </a:lnTo>
                  <a:lnTo>
                    <a:pt x="680513" y="116675"/>
                  </a:lnTo>
                  <a:lnTo>
                    <a:pt x="651214" y="88385"/>
                  </a:lnTo>
                  <a:lnTo>
                    <a:pt x="615203" y="63230"/>
                  </a:lnTo>
                  <a:lnTo>
                    <a:pt x="573223" y="41651"/>
                  </a:lnTo>
                  <a:lnTo>
                    <a:pt x="526013" y="24095"/>
                  </a:lnTo>
                  <a:lnTo>
                    <a:pt x="474316" y="11005"/>
                  </a:lnTo>
                  <a:lnTo>
                    <a:pt x="418873" y="2825"/>
                  </a:lnTo>
                  <a:lnTo>
                    <a:pt x="360425" y="0"/>
                  </a:lnTo>
                  <a:close/>
                </a:path>
              </a:pathLst>
            </a:custGeom>
            <a:solidFill>
              <a:srgbClr val="D260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8"/>
            <p:cNvSpPr/>
            <p:nvPr/>
          </p:nvSpPr>
          <p:spPr>
            <a:xfrm>
              <a:off x="2844800" y="4149725"/>
              <a:ext cx="720725" cy="431800"/>
            </a:xfrm>
            <a:custGeom>
              <a:avLst/>
              <a:gdLst/>
              <a:ahLst/>
              <a:cxnLst/>
              <a:rect l="l" t="t" r="r" b="b"/>
              <a:pathLst>
                <a:path w="720725" h="431800">
                  <a:moveTo>
                    <a:pt x="0" y="215900"/>
                  </a:moveTo>
                  <a:lnTo>
                    <a:pt x="18367" y="147653"/>
                  </a:lnTo>
                  <a:lnTo>
                    <a:pt x="69518" y="88385"/>
                  </a:lnTo>
                  <a:lnTo>
                    <a:pt x="105537" y="63230"/>
                  </a:lnTo>
                  <a:lnTo>
                    <a:pt x="147529" y="41651"/>
                  </a:lnTo>
                  <a:lnTo>
                    <a:pt x="194755" y="24095"/>
                  </a:lnTo>
                  <a:lnTo>
                    <a:pt x="246473" y="11005"/>
                  </a:lnTo>
                  <a:lnTo>
                    <a:pt x="301944" y="2825"/>
                  </a:lnTo>
                  <a:lnTo>
                    <a:pt x="360425" y="0"/>
                  </a:lnTo>
                  <a:lnTo>
                    <a:pt x="418873" y="2825"/>
                  </a:lnTo>
                  <a:lnTo>
                    <a:pt x="474316" y="11005"/>
                  </a:lnTo>
                  <a:lnTo>
                    <a:pt x="526013" y="24095"/>
                  </a:lnTo>
                  <a:lnTo>
                    <a:pt x="573223" y="41651"/>
                  </a:lnTo>
                  <a:lnTo>
                    <a:pt x="615203" y="63230"/>
                  </a:lnTo>
                  <a:lnTo>
                    <a:pt x="651214" y="88385"/>
                  </a:lnTo>
                  <a:lnTo>
                    <a:pt x="680513" y="116675"/>
                  </a:lnTo>
                  <a:lnTo>
                    <a:pt x="716009" y="180876"/>
                  </a:lnTo>
                  <a:lnTo>
                    <a:pt x="720725" y="215900"/>
                  </a:lnTo>
                  <a:lnTo>
                    <a:pt x="716009" y="250923"/>
                  </a:lnTo>
                  <a:lnTo>
                    <a:pt x="680513" y="315124"/>
                  </a:lnTo>
                  <a:lnTo>
                    <a:pt x="651214" y="343414"/>
                  </a:lnTo>
                  <a:lnTo>
                    <a:pt x="615203" y="368569"/>
                  </a:lnTo>
                  <a:lnTo>
                    <a:pt x="573223" y="390148"/>
                  </a:lnTo>
                  <a:lnTo>
                    <a:pt x="526013" y="407704"/>
                  </a:lnTo>
                  <a:lnTo>
                    <a:pt x="474316" y="420794"/>
                  </a:lnTo>
                  <a:lnTo>
                    <a:pt x="418873" y="428974"/>
                  </a:lnTo>
                  <a:lnTo>
                    <a:pt x="360425" y="431800"/>
                  </a:lnTo>
                  <a:lnTo>
                    <a:pt x="301944" y="428974"/>
                  </a:lnTo>
                  <a:lnTo>
                    <a:pt x="246473" y="420794"/>
                  </a:lnTo>
                  <a:lnTo>
                    <a:pt x="194755" y="407704"/>
                  </a:lnTo>
                  <a:lnTo>
                    <a:pt x="147529" y="390148"/>
                  </a:lnTo>
                  <a:lnTo>
                    <a:pt x="105537" y="368569"/>
                  </a:lnTo>
                  <a:lnTo>
                    <a:pt x="69518" y="343414"/>
                  </a:lnTo>
                  <a:lnTo>
                    <a:pt x="40215" y="315124"/>
                  </a:lnTo>
                  <a:lnTo>
                    <a:pt x="4715" y="250923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9"/>
            <p:cNvSpPr/>
            <p:nvPr/>
          </p:nvSpPr>
          <p:spPr>
            <a:xfrm>
              <a:off x="4500626" y="4149725"/>
              <a:ext cx="720725" cy="431800"/>
            </a:xfrm>
            <a:custGeom>
              <a:avLst/>
              <a:gdLst/>
              <a:ahLst/>
              <a:cxnLst/>
              <a:rect l="l" t="t" r="r" b="b"/>
              <a:pathLst>
                <a:path w="720725" h="431800">
                  <a:moveTo>
                    <a:pt x="360299" y="0"/>
                  </a:moveTo>
                  <a:lnTo>
                    <a:pt x="301851" y="2825"/>
                  </a:lnTo>
                  <a:lnTo>
                    <a:pt x="246408" y="11005"/>
                  </a:lnTo>
                  <a:lnTo>
                    <a:pt x="194711" y="24095"/>
                  </a:lnTo>
                  <a:lnTo>
                    <a:pt x="147501" y="41651"/>
                  </a:lnTo>
                  <a:lnTo>
                    <a:pt x="105521" y="63230"/>
                  </a:lnTo>
                  <a:lnTo>
                    <a:pt x="69510" y="88385"/>
                  </a:lnTo>
                  <a:lnTo>
                    <a:pt x="40211" y="116675"/>
                  </a:lnTo>
                  <a:lnTo>
                    <a:pt x="4715" y="180876"/>
                  </a:lnTo>
                  <a:lnTo>
                    <a:pt x="0" y="215900"/>
                  </a:lnTo>
                  <a:lnTo>
                    <a:pt x="4715" y="250923"/>
                  </a:lnTo>
                  <a:lnTo>
                    <a:pt x="40211" y="315124"/>
                  </a:lnTo>
                  <a:lnTo>
                    <a:pt x="69510" y="343414"/>
                  </a:lnTo>
                  <a:lnTo>
                    <a:pt x="105521" y="368569"/>
                  </a:lnTo>
                  <a:lnTo>
                    <a:pt x="147501" y="390148"/>
                  </a:lnTo>
                  <a:lnTo>
                    <a:pt x="194711" y="407704"/>
                  </a:lnTo>
                  <a:lnTo>
                    <a:pt x="246408" y="420794"/>
                  </a:lnTo>
                  <a:lnTo>
                    <a:pt x="301851" y="428974"/>
                  </a:lnTo>
                  <a:lnTo>
                    <a:pt x="360299" y="431800"/>
                  </a:lnTo>
                  <a:lnTo>
                    <a:pt x="418750" y="428974"/>
                  </a:lnTo>
                  <a:lnTo>
                    <a:pt x="474202" y="420794"/>
                  </a:lnTo>
                  <a:lnTo>
                    <a:pt x="525913" y="407704"/>
                  </a:lnTo>
                  <a:lnTo>
                    <a:pt x="573140" y="390148"/>
                  </a:lnTo>
                  <a:lnTo>
                    <a:pt x="615140" y="368569"/>
                  </a:lnTo>
                  <a:lnTo>
                    <a:pt x="651169" y="343414"/>
                  </a:lnTo>
                  <a:lnTo>
                    <a:pt x="680485" y="315124"/>
                  </a:lnTo>
                  <a:lnTo>
                    <a:pt x="716006" y="250923"/>
                  </a:lnTo>
                  <a:lnTo>
                    <a:pt x="720725" y="215900"/>
                  </a:lnTo>
                  <a:lnTo>
                    <a:pt x="716006" y="180876"/>
                  </a:lnTo>
                  <a:lnTo>
                    <a:pt x="680485" y="116675"/>
                  </a:lnTo>
                  <a:lnTo>
                    <a:pt x="651169" y="88385"/>
                  </a:lnTo>
                  <a:lnTo>
                    <a:pt x="615140" y="63230"/>
                  </a:lnTo>
                  <a:lnTo>
                    <a:pt x="573140" y="41651"/>
                  </a:lnTo>
                  <a:lnTo>
                    <a:pt x="525913" y="24095"/>
                  </a:lnTo>
                  <a:lnTo>
                    <a:pt x="474202" y="11005"/>
                  </a:lnTo>
                  <a:lnTo>
                    <a:pt x="418750" y="2825"/>
                  </a:lnTo>
                  <a:lnTo>
                    <a:pt x="360299" y="0"/>
                  </a:lnTo>
                  <a:close/>
                </a:path>
              </a:pathLst>
            </a:custGeom>
            <a:solidFill>
              <a:srgbClr val="D260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0"/>
            <p:cNvSpPr/>
            <p:nvPr/>
          </p:nvSpPr>
          <p:spPr>
            <a:xfrm>
              <a:off x="4500626" y="4149725"/>
              <a:ext cx="720725" cy="431800"/>
            </a:xfrm>
            <a:custGeom>
              <a:avLst/>
              <a:gdLst/>
              <a:ahLst/>
              <a:cxnLst/>
              <a:rect l="l" t="t" r="r" b="b"/>
              <a:pathLst>
                <a:path w="720725" h="431800">
                  <a:moveTo>
                    <a:pt x="0" y="215900"/>
                  </a:moveTo>
                  <a:lnTo>
                    <a:pt x="18366" y="147653"/>
                  </a:lnTo>
                  <a:lnTo>
                    <a:pt x="69510" y="88385"/>
                  </a:lnTo>
                  <a:lnTo>
                    <a:pt x="105521" y="63230"/>
                  </a:lnTo>
                  <a:lnTo>
                    <a:pt x="147501" y="41651"/>
                  </a:lnTo>
                  <a:lnTo>
                    <a:pt x="194711" y="24095"/>
                  </a:lnTo>
                  <a:lnTo>
                    <a:pt x="246408" y="11005"/>
                  </a:lnTo>
                  <a:lnTo>
                    <a:pt x="301851" y="2825"/>
                  </a:lnTo>
                  <a:lnTo>
                    <a:pt x="360299" y="0"/>
                  </a:lnTo>
                  <a:lnTo>
                    <a:pt x="418750" y="2825"/>
                  </a:lnTo>
                  <a:lnTo>
                    <a:pt x="474202" y="11005"/>
                  </a:lnTo>
                  <a:lnTo>
                    <a:pt x="525913" y="24095"/>
                  </a:lnTo>
                  <a:lnTo>
                    <a:pt x="573140" y="41651"/>
                  </a:lnTo>
                  <a:lnTo>
                    <a:pt x="615140" y="63230"/>
                  </a:lnTo>
                  <a:lnTo>
                    <a:pt x="651169" y="88385"/>
                  </a:lnTo>
                  <a:lnTo>
                    <a:pt x="680485" y="116675"/>
                  </a:lnTo>
                  <a:lnTo>
                    <a:pt x="716006" y="180876"/>
                  </a:lnTo>
                  <a:lnTo>
                    <a:pt x="720725" y="215900"/>
                  </a:lnTo>
                  <a:lnTo>
                    <a:pt x="716006" y="250923"/>
                  </a:lnTo>
                  <a:lnTo>
                    <a:pt x="680485" y="315124"/>
                  </a:lnTo>
                  <a:lnTo>
                    <a:pt x="651169" y="343414"/>
                  </a:lnTo>
                  <a:lnTo>
                    <a:pt x="615140" y="368569"/>
                  </a:lnTo>
                  <a:lnTo>
                    <a:pt x="573140" y="390148"/>
                  </a:lnTo>
                  <a:lnTo>
                    <a:pt x="525913" y="407704"/>
                  </a:lnTo>
                  <a:lnTo>
                    <a:pt x="474202" y="420794"/>
                  </a:lnTo>
                  <a:lnTo>
                    <a:pt x="418750" y="428974"/>
                  </a:lnTo>
                  <a:lnTo>
                    <a:pt x="360299" y="431800"/>
                  </a:lnTo>
                  <a:lnTo>
                    <a:pt x="301851" y="428974"/>
                  </a:lnTo>
                  <a:lnTo>
                    <a:pt x="246408" y="420794"/>
                  </a:lnTo>
                  <a:lnTo>
                    <a:pt x="194711" y="407704"/>
                  </a:lnTo>
                  <a:lnTo>
                    <a:pt x="147501" y="390148"/>
                  </a:lnTo>
                  <a:lnTo>
                    <a:pt x="105521" y="368569"/>
                  </a:lnTo>
                  <a:lnTo>
                    <a:pt x="69510" y="343414"/>
                  </a:lnTo>
                  <a:lnTo>
                    <a:pt x="40211" y="315124"/>
                  </a:lnTo>
                  <a:lnTo>
                    <a:pt x="4715" y="250923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1"/>
          <p:cNvSpPr txBox="1"/>
          <p:nvPr/>
        </p:nvSpPr>
        <p:spPr>
          <a:xfrm>
            <a:off x="3059048" y="4151121"/>
            <a:ext cx="1949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68145" algn="l"/>
              </a:tabLst>
            </a:pPr>
            <a:r>
              <a:rPr sz="2400" spc="-5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S	</a:t>
            </a:r>
            <a:r>
              <a:rPr sz="2400" spc="-5" dirty="0">
                <a:latin typeface="Calibri"/>
                <a:cs typeface="Calibri"/>
              </a:rPr>
              <a:t>LS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28" name="object 22"/>
          <p:cNvGrpSpPr/>
          <p:nvPr/>
        </p:nvGrpSpPr>
        <p:grpSpPr>
          <a:xfrm>
            <a:off x="2413000" y="4256023"/>
            <a:ext cx="2557780" cy="830580"/>
            <a:chOff x="2413000" y="4256023"/>
            <a:chExt cx="2557780" cy="830580"/>
          </a:xfrm>
        </p:grpSpPr>
        <p:sp>
          <p:nvSpPr>
            <p:cNvPr id="29" name="object 23"/>
            <p:cNvSpPr/>
            <p:nvPr/>
          </p:nvSpPr>
          <p:spPr>
            <a:xfrm>
              <a:off x="3205226" y="4797424"/>
              <a:ext cx="1729105" cy="0"/>
            </a:xfrm>
            <a:custGeom>
              <a:avLst/>
              <a:gdLst/>
              <a:ahLst/>
              <a:cxnLst/>
              <a:rect l="l" t="t" r="r" b="b"/>
              <a:pathLst>
                <a:path w="1729104">
                  <a:moveTo>
                    <a:pt x="0" y="0"/>
                  </a:moveTo>
                  <a:lnTo>
                    <a:pt x="17287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94326" y="4581524"/>
              <a:ext cx="76200" cy="215900"/>
            </a:xfrm>
            <a:prstGeom prst="rect">
              <a:avLst/>
            </a:prstGeom>
          </p:spPr>
        </p:pic>
        <p:pic>
          <p:nvPicPr>
            <p:cNvPr id="31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7126" y="4581524"/>
              <a:ext cx="76200" cy="215900"/>
            </a:xfrm>
            <a:prstGeom prst="rect">
              <a:avLst/>
            </a:prstGeom>
          </p:spPr>
        </p:pic>
        <p:sp>
          <p:nvSpPr>
            <p:cNvPr id="32" name="object 26"/>
            <p:cNvSpPr/>
            <p:nvPr/>
          </p:nvSpPr>
          <p:spPr>
            <a:xfrm>
              <a:off x="2413000" y="4256023"/>
              <a:ext cx="1694180" cy="830580"/>
            </a:xfrm>
            <a:custGeom>
              <a:avLst/>
              <a:gdLst/>
              <a:ahLst/>
              <a:cxnLst/>
              <a:rect l="l" t="t" r="r" b="b"/>
              <a:pathLst>
                <a:path w="1694179" h="830579">
                  <a:moveTo>
                    <a:pt x="431800" y="38227"/>
                  </a:moveTo>
                  <a:lnTo>
                    <a:pt x="418884" y="31750"/>
                  </a:lnTo>
                  <a:lnTo>
                    <a:pt x="355600" y="0"/>
                  </a:lnTo>
                  <a:lnTo>
                    <a:pt x="35560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355600" y="44450"/>
                  </a:lnTo>
                  <a:lnTo>
                    <a:pt x="355600" y="76200"/>
                  </a:lnTo>
                  <a:lnTo>
                    <a:pt x="419303" y="44450"/>
                  </a:lnTo>
                  <a:lnTo>
                    <a:pt x="431800" y="38227"/>
                  </a:lnTo>
                  <a:close/>
                </a:path>
                <a:path w="1694179" h="830579">
                  <a:moveTo>
                    <a:pt x="1693926" y="754126"/>
                  </a:moveTo>
                  <a:lnTo>
                    <a:pt x="1662163" y="754126"/>
                  </a:lnTo>
                  <a:lnTo>
                    <a:pt x="1662049" y="541401"/>
                  </a:lnTo>
                  <a:lnTo>
                    <a:pt x="1649349" y="541401"/>
                  </a:lnTo>
                  <a:lnTo>
                    <a:pt x="1649463" y="754126"/>
                  </a:lnTo>
                  <a:lnTo>
                    <a:pt x="1617726" y="754126"/>
                  </a:lnTo>
                  <a:lnTo>
                    <a:pt x="1655826" y="830326"/>
                  </a:lnTo>
                  <a:lnTo>
                    <a:pt x="1687576" y="766826"/>
                  </a:lnTo>
                  <a:lnTo>
                    <a:pt x="1693926" y="7541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27"/>
          <p:cNvSpPr txBox="1"/>
          <p:nvPr/>
        </p:nvSpPr>
        <p:spPr>
          <a:xfrm>
            <a:off x="1703577" y="4096892"/>
            <a:ext cx="763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858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Round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umb</a:t>
            </a:r>
            <a:r>
              <a:rPr sz="1800" spc="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28"/>
          <p:cNvSpPr/>
          <p:nvPr/>
        </p:nvSpPr>
        <p:spPr>
          <a:xfrm>
            <a:off x="5221223" y="4256023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4318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431800" h="76200">
                <a:moveTo>
                  <a:pt x="4318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431800" y="44450"/>
                </a:lnTo>
                <a:lnTo>
                  <a:pt x="4318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9"/>
          <p:cNvSpPr txBox="1"/>
          <p:nvPr/>
        </p:nvSpPr>
        <p:spPr>
          <a:xfrm>
            <a:off x="5808090" y="4096892"/>
            <a:ext cx="763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858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Round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umb</a:t>
            </a:r>
            <a:r>
              <a:rPr sz="1800" spc="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0"/>
          <p:cNvSpPr txBox="1"/>
          <p:nvPr/>
        </p:nvSpPr>
        <p:spPr>
          <a:xfrm>
            <a:off x="2628900" y="5086413"/>
            <a:ext cx="2954655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40322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Round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16?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1"/>
          <p:cNvSpPr txBox="1"/>
          <p:nvPr/>
        </p:nvSpPr>
        <p:spPr>
          <a:xfrm>
            <a:off x="5709030" y="5105146"/>
            <a:ext cx="323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2"/>
          <p:cNvSpPr txBox="1"/>
          <p:nvPr/>
        </p:nvSpPr>
        <p:spPr>
          <a:xfrm>
            <a:off x="4168521" y="5463946"/>
            <a:ext cx="294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3"/>
          <p:cNvSpPr txBox="1"/>
          <p:nvPr/>
        </p:nvSpPr>
        <p:spPr>
          <a:xfrm>
            <a:off x="2555875" y="5734050"/>
            <a:ext cx="3097530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69570">
              <a:lnSpc>
                <a:spcPct val="100000"/>
              </a:lnSpc>
              <a:spcBef>
                <a:spcPts val="250"/>
              </a:spcBef>
            </a:pPr>
            <a:r>
              <a:rPr sz="1800" spc="-5" dirty="0">
                <a:latin typeface="Calibri"/>
                <a:cs typeface="Calibri"/>
              </a:rPr>
              <a:t>Increment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round </a:t>
            </a:r>
            <a:r>
              <a:rPr sz="1800" spc="-5" dirty="0">
                <a:latin typeface="Calibri"/>
                <a:cs typeface="Calibri"/>
              </a:rPr>
              <a:t>number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34"/>
          <p:cNvSpPr txBox="1"/>
          <p:nvPr/>
        </p:nvSpPr>
        <p:spPr>
          <a:xfrm>
            <a:off x="3059176" y="3357562"/>
            <a:ext cx="2386330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30200">
              <a:lnSpc>
                <a:spcPct val="100000"/>
              </a:lnSpc>
              <a:spcBef>
                <a:spcPts val="245"/>
              </a:spcBef>
            </a:pPr>
            <a:r>
              <a:rPr sz="1800" spc="-15" dirty="0">
                <a:latin typeface="Calibri"/>
                <a:cs typeface="Calibri"/>
              </a:rPr>
              <a:t>Round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35"/>
          <p:cNvSpPr txBox="1"/>
          <p:nvPr/>
        </p:nvSpPr>
        <p:spPr>
          <a:xfrm>
            <a:off x="6229350" y="5805487"/>
            <a:ext cx="2303780" cy="287655"/>
          </a:xfrm>
          <a:prstGeom prst="rect">
            <a:avLst/>
          </a:prstGeom>
          <a:solidFill>
            <a:srgbClr val="FD8537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2434">
              <a:lnSpc>
                <a:spcPts val="2265"/>
              </a:lnSpc>
            </a:pPr>
            <a:r>
              <a:rPr sz="2400" spc="-15" dirty="0">
                <a:latin typeface="Calibri"/>
                <a:cs typeface="Calibri"/>
              </a:rPr>
              <a:t>Subkey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(48)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2" name="object 36"/>
          <p:cNvGrpSpPr/>
          <p:nvPr/>
        </p:nvGrpSpPr>
        <p:grpSpPr>
          <a:xfrm>
            <a:off x="4064063" y="4937188"/>
            <a:ext cx="3898900" cy="657225"/>
            <a:chOff x="4064063" y="4937188"/>
            <a:chExt cx="3898900" cy="657225"/>
          </a:xfrm>
        </p:grpSpPr>
        <p:sp>
          <p:nvSpPr>
            <p:cNvPr id="43" name="object 37"/>
            <p:cNvSpPr/>
            <p:nvPr/>
          </p:nvSpPr>
          <p:spPr>
            <a:xfrm>
              <a:off x="4068826" y="4941951"/>
              <a:ext cx="3527425" cy="0"/>
            </a:xfrm>
            <a:custGeom>
              <a:avLst/>
              <a:gdLst/>
              <a:ahLst/>
              <a:cxnLst/>
              <a:rect l="l" t="t" r="r" b="b"/>
              <a:pathLst>
                <a:path w="3527425">
                  <a:moveTo>
                    <a:pt x="0" y="0"/>
                  </a:moveTo>
                  <a:lnTo>
                    <a:pt x="352742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38"/>
            <p:cNvSpPr/>
            <p:nvPr/>
          </p:nvSpPr>
          <p:spPr>
            <a:xfrm>
              <a:off x="7237476" y="5157724"/>
              <a:ext cx="720725" cy="432434"/>
            </a:xfrm>
            <a:custGeom>
              <a:avLst/>
              <a:gdLst/>
              <a:ahLst/>
              <a:cxnLst/>
              <a:rect l="l" t="t" r="r" b="b"/>
              <a:pathLst>
                <a:path w="720725" h="432435">
                  <a:moveTo>
                    <a:pt x="360299" y="0"/>
                  </a:moveTo>
                  <a:lnTo>
                    <a:pt x="301851" y="2828"/>
                  </a:lnTo>
                  <a:lnTo>
                    <a:pt x="246408" y="11018"/>
                  </a:lnTo>
                  <a:lnTo>
                    <a:pt x="194711" y="24123"/>
                  </a:lnTo>
                  <a:lnTo>
                    <a:pt x="147501" y="41696"/>
                  </a:lnTo>
                  <a:lnTo>
                    <a:pt x="105521" y="63293"/>
                  </a:lnTo>
                  <a:lnTo>
                    <a:pt x="69510" y="88468"/>
                  </a:lnTo>
                  <a:lnTo>
                    <a:pt x="40211" y="116774"/>
                  </a:lnTo>
                  <a:lnTo>
                    <a:pt x="4715" y="180999"/>
                  </a:lnTo>
                  <a:lnTo>
                    <a:pt x="0" y="216026"/>
                  </a:lnTo>
                  <a:lnTo>
                    <a:pt x="4715" y="251018"/>
                  </a:lnTo>
                  <a:lnTo>
                    <a:pt x="40211" y="315182"/>
                  </a:lnTo>
                  <a:lnTo>
                    <a:pt x="69510" y="343463"/>
                  </a:lnTo>
                  <a:lnTo>
                    <a:pt x="105521" y="368617"/>
                  </a:lnTo>
                  <a:lnTo>
                    <a:pt x="147501" y="390197"/>
                  </a:lnTo>
                  <a:lnTo>
                    <a:pt x="194711" y="407757"/>
                  </a:lnTo>
                  <a:lnTo>
                    <a:pt x="246408" y="420852"/>
                  </a:lnTo>
                  <a:lnTo>
                    <a:pt x="301851" y="429036"/>
                  </a:lnTo>
                  <a:lnTo>
                    <a:pt x="360299" y="431863"/>
                  </a:lnTo>
                  <a:lnTo>
                    <a:pt x="418750" y="429036"/>
                  </a:lnTo>
                  <a:lnTo>
                    <a:pt x="474202" y="420852"/>
                  </a:lnTo>
                  <a:lnTo>
                    <a:pt x="525913" y="407757"/>
                  </a:lnTo>
                  <a:lnTo>
                    <a:pt x="573140" y="390197"/>
                  </a:lnTo>
                  <a:lnTo>
                    <a:pt x="615140" y="368617"/>
                  </a:lnTo>
                  <a:lnTo>
                    <a:pt x="651169" y="343463"/>
                  </a:lnTo>
                  <a:lnTo>
                    <a:pt x="680485" y="315182"/>
                  </a:lnTo>
                  <a:lnTo>
                    <a:pt x="716006" y="251018"/>
                  </a:lnTo>
                  <a:lnTo>
                    <a:pt x="720725" y="216026"/>
                  </a:lnTo>
                  <a:lnTo>
                    <a:pt x="716006" y="180999"/>
                  </a:lnTo>
                  <a:lnTo>
                    <a:pt x="680485" y="116774"/>
                  </a:lnTo>
                  <a:lnTo>
                    <a:pt x="651169" y="88468"/>
                  </a:lnTo>
                  <a:lnTo>
                    <a:pt x="615140" y="63293"/>
                  </a:lnTo>
                  <a:lnTo>
                    <a:pt x="573140" y="41696"/>
                  </a:lnTo>
                  <a:lnTo>
                    <a:pt x="525913" y="24123"/>
                  </a:lnTo>
                  <a:lnTo>
                    <a:pt x="474202" y="11018"/>
                  </a:lnTo>
                  <a:lnTo>
                    <a:pt x="418750" y="2828"/>
                  </a:lnTo>
                  <a:lnTo>
                    <a:pt x="360299" y="0"/>
                  </a:lnTo>
                  <a:close/>
                </a:path>
              </a:pathLst>
            </a:custGeom>
            <a:solidFill>
              <a:srgbClr val="D260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39"/>
            <p:cNvSpPr/>
            <p:nvPr/>
          </p:nvSpPr>
          <p:spPr>
            <a:xfrm>
              <a:off x="7237476" y="5157724"/>
              <a:ext cx="720725" cy="432434"/>
            </a:xfrm>
            <a:custGeom>
              <a:avLst/>
              <a:gdLst/>
              <a:ahLst/>
              <a:cxnLst/>
              <a:rect l="l" t="t" r="r" b="b"/>
              <a:pathLst>
                <a:path w="720725" h="432435">
                  <a:moveTo>
                    <a:pt x="0" y="216026"/>
                  </a:moveTo>
                  <a:lnTo>
                    <a:pt x="18366" y="147767"/>
                  </a:lnTo>
                  <a:lnTo>
                    <a:pt x="69510" y="88468"/>
                  </a:lnTo>
                  <a:lnTo>
                    <a:pt x="105521" y="63293"/>
                  </a:lnTo>
                  <a:lnTo>
                    <a:pt x="147501" y="41696"/>
                  </a:lnTo>
                  <a:lnTo>
                    <a:pt x="194711" y="24123"/>
                  </a:lnTo>
                  <a:lnTo>
                    <a:pt x="246408" y="11018"/>
                  </a:lnTo>
                  <a:lnTo>
                    <a:pt x="301851" y="2828"/>
                  </a:lnTo>
                  <a:lnTo>
                    <a:pt x="360299" y="0"/>
                  </a:lnTo>
                  <a:lnTo>
                    <a:pt x="418750" y="2828"/>
                  </a:lnTo>
                  <a:lnTo>
                    <a:pt x="474202" y="11018"/>
                  </a:lnTo>
                  <a:lnTo>
                    <a:pt x="525913" y="24123"/>
                  </a:lnTo>
                  <a:lnTo>
                    <a:pt x="573140" y="41696"/>
                  </a:lnTo>
                  <a:lnTo>
                    <a:pt x="615140" y="63293"/>
                  </a:lnTo>
                  <a:lnTo>
                    <a:pt x="651169" y="88468"/>
                  </a:lnTo>
                  <a:lnTo>
                    <a:pt x="680485" y="116774"/>
                  </a:lnTo>
                  <a:lnTo>
                    <a:pt x="716006" y="180999"/>
                  </a:lnTo>
                  <a:lnTo>
                    <a:pt x="720725" y="216026"/>
                  </a:lnTo>
                  <a:lnTo>
                    <a:pt x="716006" y="251018"/>
                  </a:lnTo>
                  <a:lnTo>
                    <a:pt x="680485" y="315182"/>
                  </a:lnTo>
                  <a:lnTo>
                    <a:pt x="651169" y="343463"/>
                  </a:lnTo>
                  <a:lnTo>
                    <a:pt x="615140" y="368617"/>
                  </a:lnTo>
                  <a:lnTo>
                    <a:pt x="573140" y="390197"/>
                  </a:lnTo>
                  <a:lnTo>
                    <a:pt x="525913" y="407757"/>
                  </a:lnTo>
                  <a:lnTo>
                    <a:pt x="474202" y="420852"/>
                  </a:lnTo>
                  <a:lnTo>
                    <a:pt x="418750" y="429036"/>
                  </a:lnTo>
                  <a:lnTo>
                    <a:pt x="360299" y="431863"/>
                  </a:lnTo>
                  <a:lnTo>
                    <a:pt x="301851" y="429036"/>
                  </a:lnTo>
                  <a:lnTo>
                    <a:pt x="246408" y="420852"/>
                  </a:lnTo>
                  <a:lnTo>
                    <a:pt x="194711" y="407757"/>
                  </a:lnTo>
                  <a:lnTo>
                    <a:pt x="147501" y="390197"/>
                  </a:lnTo>
                  <a:lnTo>
                    <a:pt x="105521" y="368617"/>
                  </a:lnTo>
                  <a:lnTo>
                    <a:pt x="69510" y="343463"/>
                  </a:lnTo>
                  <a:lnTo>
                    <a:pt x="40211" y="315182"/>
                  </a:lnTo>
                  <a:lnTo>
                    <a:pt x="4715" y="251018"/>
                  </a:lnTo>
                  <a:lnTo>
                    <a:pt x="0" y="21602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0"/>
          <p:cNvSpPr txBox="1"/>
          <p:nvPr/>
        </p:nvSpPr>
        <p:spPr>
          <a:xfrm>
            <a:off x="7350379" y="5159502"/>
            <a:ext cx="50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PC2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7" name="object 41"/>
          <p:cNvGrpSpPr/>
          <p:nvPr/>
        </p:nvGrpSpPr>
        <p:grpSpPr>
          <a:xfrm>
            <a:off x="4030726" y="4941823"/>
            <a:ext cx="3605529" cy="865505"/>
            <a:chOff x="4030726" y="4941823"/>
            <a:chExt cx="3605529" cy="865505"/>
          </a:xfrm>
        </p:grpSpPr>
        <p:pic>
          <p:nvPicPr>
            <p:cNvPr id="48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59675" y="4941823"/>
              <a:ext cx="76200" cy="215900"/>
            </a:xfrm>
            <a:prstGeom prst="rect">
              <a:avLst/>
            </a:prstGeom>
          </p:spPr>
        </p:pic>
        <p:pic>
          <p:nvPicPr>
            <p:cNvPr id="49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9675" y="5589587"/>
              <a:ext cx="76200" cy="217487"/>
            </a:xfrm>
            <a:prstGeom prst="rect">
              <a:avLst/>
            </a:prstGeom>
          </p:spPr>
        </p:pic>
        <p:sp>
          <p:nvSpPr>
            <p:cNvPr id="50" name="object 44"/>
            <p:cNvSpPr/>
            <p:nvPr/>
          </p:nvSpPr>
          <p:spPr>
            <a:xfrm>
              <a:off x="4030726" y="5445124"/>
              <a:ext cx="76200" cy="288925"/>
            </a:xfrm>
            <a:custGeom>
              <a:avLst/>
              <a:gdLst/>
              <a:ahLst/>
              <a:cxnLst/>
              <a:rect l="l" t="t" r="r" b="b"/>
              <a:pathLst>
                <a:path w="76200" h="288925">
                  <a:moveTo>
                    <a:pt x="31742" y="212725"/>
                  </a:moveTo>
                  <a:lnTo>
                    <a:pt x="0" y="212725"/>
                  </a:lnTo>
                  <a:lnTo>
                    <a:pt x="38100" y="288925"/>
                  </a:lnTo>
                  <a:lnTo>
                    <a:pt x="69850" y="225425"/>
                  </a:lnTo>
                  <a:lnTo>
                    <a:pt x="31750" y="225425"/>
                  </a:lnTo>
                  <a:lnTo>
                    <a:pt x="31742" y="212725"/>
                  </a:lnTo>
                  <a:close/>
                </a:path>
                <a:path w="76200" h="288925">
                  <a:moveTo>
                    <a:pt x="44323" y="0"/>
                  </a:moveTo>
                  <a:lnTo>
                    <a:pt x="31623" y="0"/>
                  </a:lnTo>
                  <a:lnTo>
                    <a:pt x="31750" y="225425"/>
                  </a:lnTo>
                  <a:lnTo>
                    <a:pt x="44450" y="225425"/>
                  </a:lnTo>
                  <a:lnTo>
                    <a:pt x="44323" y="0"/>
                  </a:lnTo>
                  <a:close/>
                </a:path>
                <a:path w="76200" h="288925">
                  <a:moveTo>
                    <a:pt x="76200" y="212725"/>
                  </a:moveTo>
                  <a:lnTo>
                    <a:pt x="44442" y="212725"/>
                  </a:lnTo>
                  <a:lnTo>
                    <a:pt x="44450" y="225425"/>
                  </a:lnTo>
                  <a:lnTo>
                    <a:pt x="69850" y="225425"/>
                  </a:lnTo>
                  <a:lnTo>
                    <a:pt x="76200" y="212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45"/>
          <p:cNvSpPr txBox="1"/>
          <p:nvPr/>
        </p:nvSpPr>
        <p:spPr>
          <a:xfrm>
            <a:off x="6300851" y="5157787"/>
            <a:ext cx="625475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250"/>
              </a:spcBef>
            </a:pPr>
            <a:r>
              <a:rPr sz="1800" spc="-5" dirty="0">
                <a:latin typeface="Calibri"/>
                <a:cs typeface="Calibri"/>
              </a:rPr>
              <a:t>End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2" name="object 46"/>
          <p:cNvGrpSpPr/>
          <p:nvPr/>
        </p:nvGrpSpPr>
        <p:grpSpPr>
          <a:xfrm>
            <a:off x="1255712" y="3716273"/>
            <a:ext cx="5045075" cy="2272030"/>
            <a:chOff x="1255712" y="3716273"/>
            <a:chExt cx="5045075" cy="2272030"/>
          </a:xfrm>
        </p:grpSpPr>
        <p:sp>
          <p:nvSpPr>
            <p:cNvPr id="53" name="object 47"/>
            <p:cNvSpPr/>
            <p:nvPr/>
          </p:nvSpPr>
          <p:spPr>
            <a:xfrm>
              <a:off x="1258887" y="3751198"/>
              <a:ext cx="5041900" cy="2237105"/>
            </a:xfrm>
            <a:custGeom>
              <a:avLst/>
              <a:gdLst/>
              <a:ahLst/>
              <a:cxnLst/>
              <a:rect l="l" t="t" r="r" b="b"/>
              <a:pathLst>
                <a:path w="5041900" h="2237104">
                  <a:moveTo>
                    <a:pt x="1296987" y="2192401"/>
                  </a:moveTo>
                  <a:lnTo>
                    <a:pt x="77787" y="2192401"/>
                  </a:lnTo>
                  <a:lnTo>
                    <a:pt x="77787" y="2160651"/>
                  </a:lnTo>
                  <a:lnTo>
                    <a:pt x="1587" y="2198751"/>
                  </a:lnTo>
                  <a:lnTo>
                    <a:pt x="77787" y="2236851"/>
                  </a:lnTo>
                  <a:lnTo>
                    <a:pt x="77787" y="2205101"/>
                  </a:lnTo>
                  <a:lnTo>
                    <a:pt x="1296987" y="2205101"/>
                  </a:lnTo>
                  <a:lnTo>
                    <a:pt x="1296987" y="2192401"/>
                  </a:lnTo>
                  <a:close/>
                </a:path>
                <a:path w="5041900" h="2237104">
                  <a:moveTo>
                    <a:pt x="2952813" y="38100"/>
                  </a:moveTo>
                  <a:lnTo>
                    <a:pt x="2940113" y="31750"/>
                  </a:lnTo>
                  <a:lnTo>
                    <a:pt x="2876613" y="0"/>
                  </a:lnTo>
                  <a:lnTo>
                    <a:pt x="2876613" y="31762"/>
                  </a:lnTo>
                  <a:lnTo>
                    <a:pt x="0" y="31877"/>
                  </a:lnTo>
                  <a:lnTo>
                    <a:pt x="0" y="44577"/>
                  </a:lnTo>
                  <a:lnTo>
                    <a:pt x="2876613" y="44462"/>
                  </a:lnTo>
                  <a:lnTo>
                    <a:pt x="2876613" y="76200"/>
                  </a:lnTo>
                  <a:lnTo>
                    <a:pt x="2952813" y="38100"/>
                  </a:lnTo>
                  <a:close/>
                </a:path>
                <a:path w="5041900" h="2237104">
                  <a:moveTo>
                    <a:pt x="5041836" y="1622425"/>
                  </a:moveTo>
                  <a:lnTo>
                    <a:pt x="5029136" y="1616075"/>
                  </a:lnTo>
                  <a:lnTo>
                    <a:pt x="4965636" y="1584325"/>
                  </a:lnTo>
                  <a:lnTo>
                    <a:pt x="4965636" y="1616075"/>
                  </a:lnTo>
                  <a:lnTo>
                    <a:pt x="4321111" y="1616075"/>
                  </a:lnTo>
                  <a:lnTo>
                    <a:pt x="4321111" y="1628775"/>
                  </a:lnTo>
                  <a:lnTo>
                    <a:pt x="4965636" y="1628775"/>
                  </a:lnTo>
                  <a:lnTo>
                    <a:pt x="4965636" y="1660525"/>
                  </a:lnTo>
                  <a:lnTo>
                    <a:pt x="5029136" y="1628775"/>
                  </a:lnTo>
                  <a:lnTo>
                    <a:pt x="5041836" y="16224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48"/>
            <p:cNvSpPr/>
            <p:nvPr/>
          </p:nvSpPr>
          <p:spPr>
            <a:xfrm>
              <a:off x="1260475" y="3789298"/>
              <a:ext cx="0" cy="2160905"/>
            </a:xfrm>
            <a:custGeom>
              <a:avLst/>
              <a:gdLst/>
              <a:ahLst/>
              <a:cxnLst/>
              <a:rect l="l" t="t" r="r" b="b"/>
              <a:pathLst>
                <a:path h="2160904">
                  <a:moveTo>
                    <a:pt x="0" y="2160651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73601" y="3716273"/>
              <a:ext cx="76200" cy="217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59274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7086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3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en-GB" sz="4000" b="1" spc="1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Decryption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3806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838200" y="1905000"/>
            <a:ext cx="759194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indent="-342900">
              <a:spcBef>
                <a:spcPts val="7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361315" algn="l"/>
                <a:tab pos="361950" algn="l"/>
              </a:tabLst>
            </a:pP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GB"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subkeys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GB" sz="2400" spc="-5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reversed.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6593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73152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3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4000" b="1" spc="28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</a:t>
            </a:r>
            <a:r>
              <a:rPr lang="en-GB" sz="4000" b="1" spc="3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4000" b="1" spc="2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3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3806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838200" y="1905000"/>
            <a:ext cx="7591945" cy="40267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8465" marR="23114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348615" algn="l"/>
                <a:tab pos="349250" algn="l"/>
              </a:tabLst>
            </a:pP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bits,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000" spc="30" baseline="256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  <a:r>
              <a:rPr lang="en-GB" sz="2000" spc="397" baseline="256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keys,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</a:t>
            </a: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GB" sz="2000" spc="-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0" baseline="256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GB" sz="2000" spc="382" baseline="256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keys,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brute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impractical.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84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348615" algn="l"/>
                <a:tab pos="349250" algn="l"/>
              </a:tabLst>
            </a:pP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Assuming,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GB"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</a:t>
            </a:r>
            <a:r>
              <a:rPr lang="en-GB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searched</a:t>
            </a:r>
            <a:r>
              <a:rPr lang="en-GB" sz="20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</a:t>
            </a:r>
            <a:r>
              <a:rPr lang="en-GB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GB" sz="20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lang="en-GB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</a:t>
            </a:r>
            <a:r>
              <a:rPr lang="en-GB"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microsec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000" spc="-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8465" marR="519430" indent="-342900">
              <a:lnSpc>
                <a:spcPct val="100000"/>
              </a:lnSpc>
              <a:spcBef>
                <a:spcPts val="60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348615" algn="l"/>
                <a:tab pos="349250" algn="l"/>
              </a:tabLst>
            </a:pP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GB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1977,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Deffie </a:t>
            </a:r>
            <a:r>
              <a:rPr lang="en-GB" sz="20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Hallman,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postulated 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  <a:r>
              <a:rPr lang="en-GB" sz="2000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existed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devices,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GB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GB"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microsec.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8465" marR="367030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348615" algn="l"/>
                <a:tab pos="349250" algn="l"/>
              </a:tabLst>
            </a:pP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bring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GB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GB"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</a:t>
            </a:r>
            <a:r>
              <a:rPr lang="en-GB" sz="20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GB"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$20 </a:t>
            </a:r>
            <a:r>
              <a:rPr lang="en-GB" sz="2000" spc="-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1165" indent="-342900">
              <a:spcBef>
                <a:spcPts val="7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361315" algn="l"/>
                <a:tab pos="361950" algn="l"/>
              </a:tabLst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7484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73152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3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en-GB" sz="4000" b="1" spc="1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3806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838200" y="1905000"/>
            <a:ext cx="7591945" cy="23057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7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 </a:t>
            </a:r>
            <a:r>
              <a:rPr lang="en-GB"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proved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insecure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1998,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Foundation(EFF)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declared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broken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“DES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cracker”,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$250,000</a:t>
            </a:r>
            <a:r>
              <a:rPr lang="en-GB"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cracker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spc="-5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own,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 </a:t>
            </a:r>
            <a:r>
              <a:rPr lang="en-GB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</a:t>
            </a:r>
            <a:r>
              <a:rPr lang="en-GB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lang="en-GB" sz="2400" spc="-5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worthless.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5986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944389"/>
            <a:ext cx="73152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4000" b="1" spc="3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4000" b="1" spc="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UMMARY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145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628667" y="1860825"/>
            <a:ext cx="8066428" cy="43806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838200" y="1905000"/>
            <a:ext cx="7591945" cy="37164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7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lvl="1" indent="-342900">
              <a:lnSpc>
                <a:spcPct val="100000"/>
              </a:lnSpc>
              <a:spcBef>
                <a:spcPts val="50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1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en-GB" sz="21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GB" sz="21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lang="en-GB" sz="21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</a:t>
            </a:r>
            <a:r>
              <a:rPr lang="en-GB" sz="21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lvl="1" indent="-342900">
              <a:lnSpc>
                <a:spcPct val="100000"/>
              </a:lnSpc>
              <a:spcBef>
                <a:spcPts val="505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Approaches</a:t>
            </a:r>
            <a:r>
              <a:rPr lang="en-GB" sz="21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GB" sz="21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attacking</a:t>
            </a:r>
            <a:r>
              <a:rPr lang="en-GB" sz="21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1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</a:t>
            </a:r>
            <a:r>
              <a:rPr lang="en-GB" sz="21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GB" sz="21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Ciphers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  <a:r>
              <a:rPr lang="en-GB"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r>
              <a:rPr lang="en-GB"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GB"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(DES)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lvl="1" indent="-342900">
              <a:lnSpc>
                <a:spcPct val="100000"/>
              </a:lnSpc>
              <a:spcBef>
                <a:spcPts val="509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100" spc="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GB" sz="21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1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21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1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GB" sz="21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</a:t>
            </a:r>
            <a:r>
              <a:rPr lang="en-GB" sz="2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GB" sz="21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GB" sz="21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lvl="1" indent="-342900">
              <a:lnSpc>
                <a:spcPct val="100000"/>
              </a:lnSpc>
              <a:spcBef>
                <a:spcPts val="5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1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Strength/Weakness</a:t>
            </a:r>
            <a:r>
              <a:rPr lang="en-GB" sz="21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1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3325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Week01</Template>
  <TotalTime>214</TotalTime>
  <Words>2313</Words>
  <Application>Microsoft Office PowerPoint</Application>
  <PresentationFormat>On-screen Show (4:3)</PresentationFormat>
  <Paragraphs>325</Paragraphs>
  <Slides>47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Calibri</vt:lpstr>
      <vt:lpstr>Calibri Light</vt:lpstr>
      <vt:lpstr>Cambria</vt:lpstr>
      <vt:lpstr>Times New Roman</vt:lpstr>
      <vt:lpstr>Wingdings</vt:lpstr>
      <vt:lpstr>Retrospect</vt:lpstr>
      <vt:lpstr>PowerPoint Presentation</vt:lpstr>
      <vt:lpstr>Block Ciphers</vt:lpstr>
      <vt:lpstr>SYMMETRIC BLOCK ENCRYPTION  ALGORITHMS</vt:lpstr>
      <vt:lpstr>DATA ENCRYPTION STANDARD</vt:lpstr>
      <vt:lpstr>DATA ENCRYPTION STANDARD</vt:lpstr>
      <vt:lpstr>DES CRITICISM</vt:lpstr>
      <vt:lpstr>DES WIDE USE</vt:lpstr>
      <vt:lpstr>DES Block Cipher</vt:lpstr>
      <vt:lpstr>DES Introduction</vt:lpstr>
      <vt:lpstr>Overview of DES</vt:lpstr>
      <vt:lpstr>General Structure of DES</vt:lpstr>
      <vt:lpstr>DES step 2</vt:lpstr>
      <vt:lpstr>Permutation's concept</vt:lpstr>
      <vt:lpstr>DES Step-3</vt:lpstr>
      <vt:lpstr>DES Step-3</vt:lpstr>
      <vt:lpstr>Expansion Box</vt:lpstr>
      <vt:lpstr>S Box</vt:lpstr>
      <vt:lpstr>S Box</vt:lpstr>
      <vt:lpstr>S Box</vt:lpstr>
      <vt:lpstr>S Box</vt:lpstr>
      <vt:lpstr>S Box</vt:lpstr>
      <vt:lpstr>Des 4</vt:lpstr>
      <vt:lpstr>DES 4-1: Straight Permutations</vt:lpstr>
      <vt:lpstr>PowerPoint Presentation</vt:lpstr>
      <vt:lpstr>DES Block Cipher</vt:lpstr>
      <vt:lpstr>DES Block Cipher</vt:lpstr>
      <vt:lpstr>DES Block Cipher</vt:lpstr>
      <vt:lpstr>DES Encryption (1/2)</vt:lpstr>
      <vt:lpstr>DES Encryption (2/2)</vt:lpstr>
      <vt:lpstr>DES Encryption (Key)</vt:lpstr>
      <vt:lpstr>INITIAL PERMUTATION: IP(FROM LAST TABLES)</vt:lpstr>
      <vt:lpstr>FINAL PERMUTATION</vt:lpstr>
      <vt:lpstr>DES CIPHER FUNCTION</vt:lpstr>
      <vt:lpstr>THE SINGLE ROUND</vt:lpstr>
      <vt:lpstr>EXPANSION PERMUTATION: E(FROM LAST TABLE)</vt:lpstr>
      <vt:lpstr>EXPANSION PERMUTATION :E</vt:lpstr>
      <vt:lpstr>SUBSTITUTION BOXES: S</vt:lpstr>
      <vt:lpstr>SUBSTITUTION BOXES: S</vt:lpstr>
      <vt:lpstr>SUBSTITUTION BOXES: S</vt:lpstr>
      <vt:lpstr>PERMUTATION: P</vt:lpstr>
      <vt:lpstr>DES KEY SCHEDULE</vt:lpstr>
      <vt:lpstr>DES KEY SCHEDULE</vt:lpstr>
      <vt:lpstr>DES KEY SCHEDULE</vt:lpstr>
      <vt:lpstr>DES Decryption</vt:lpstr>
      <vt:lpstr>THE STRENGTH OF DES</vt:lpstr>
      <vt:lpstr>DES STRENGTH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Dr. Umar Aftab</cp:lastModifiedBy>
  <cp:revision>62</cp:revision>
  <dcterms:created xsi:type="dcterms:W3CDTF">2021-09-09T16:36:58Z</dcterms:created>
  <dcterms:modified xsi:type="dcterms:W3CDTF">2021-12-07T08:39:16Z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2019-09-20T00:00:00Z</vt:filetime>
  </property>
  <property fmtid="{D5CDD505-2E9C-101B-9397-08002B2CF9AE}" pid="3" name="LastSaved">
    <vt:filetime>2021-09-09T00:00:00Z</vt:filetime>
  </property>
</Properties>
</file>